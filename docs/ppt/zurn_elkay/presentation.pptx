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3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28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12"/>
    <p:sldId id="257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ZAVA presentation" id="{DCC7026C-260C-9246-BE9D-EF8193EDC0CB}">
          <p14:sldIdLst>
            <p14:sldId id="2561"/>
            <p14:sldId id="2562"/>
          </p14:sldIdLst>
        </p14:section>
        <p14:section name="Company Overview" id="{2E6D8A1E-F341-564E-9B66-33EB5CA86150}">
          <p14:sldIdLst>
            <p14:sldId id="2563"/>
            <p14:sldId id="2564"/>
            <p14:sldId id="2565"/>
          </p14:sldIdLst>
        </p14:section>
        <p14:section name="R&amp;D Strategy" id="{DF071CB5-1EEC-B746-AA49-AB477FE707B8}">
          <p14:sldIdLst>
            <p14:sldId id="2566"/>
            <p14:sldId id="2567"/>
          </p14:sldIdLst>
        </p14:section>
        <p14:section name="Competitive Landscape" id="{27C31F3D-5A18-624B-902D-3F296AE33020}">
          <p14:sldIdLst>
            <p14:sldId id="2568"/>
            <p14:sldId id="2569"/>
            <p14:sldId id="2570"/>
          </p14:sldIdLst>
        </p14:section>
        <p14:section name="Scalability Challenges" id="{15687BE1-AE4D-BF49-BD75-752CA6CFC203}">
          <p14:sldIdLst>
            <p14:sldId id="2572"/>
            <p14:sldId id="2573"/>
          </p14:sldIdLst>
        </p14:section>
        <p14:section name="Sustainability Practices" id="{B2F6954C-5D72-0A4C-8F08-502434B76C3D}">
          <p14:sldIdLst>
            <p14:sldId id="2577"/>
            <p14:sldId id="2578"/>
          </p14:sldIdLst>
        </p14:section>
        <p14:section name="Zava’s Journey" id="{E8DD90EC-E5F4-C74D-BFF2-E5D8AC4F47E0}">
          <p14:sldIdLst>
            <p14:sldId id="2581"/>
            <p14:sldId id="2582"/>
            <p14:sldId id="2583"/>
          </p14:sldIdLst>
        </p14:section>
        <p14:section name="Partnerships and Success Stories" id="{DBC972D5-B908-1744-BDBB-352490908376}">
          <p14:sldIdLst>
            <p14:sldId id="2586"/>
            <p14:sldId id="2599"/>
          </p14:sldIdLst>
        </p14:section>
        <p14:section name="Strategic Resource Allocation &amp; Growth Goals" id="{F1ECB03B-1EE1-B54C-9C76-9A14DEE223EA}">
          <p14:sldIdLst>
            <p14:sldId id="2591"/>
            <p14:sldId id="2594"/>
            <p14:sldId id="2595"/>
            <p14:sldId id="2597"/>
            <p14:sldId id="2596"/>
          </p14:sldIdLst>
        </p14:section>
        <p14:section name="Conclusion" id="{1BE3F797-D6D7-354E-B7E7-9AB854B5E600}">
          <p14:sldIdLst>
            <p14:sldId id="25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8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E1F94-5EDB-44F7-931D-5E8F7F046955}" v="7" dt="2026-01-25T15:34:02.909"/>
  </p1510:revLst>
</p1510:revInfo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239" autoAdjust="0"/>
  </p:normalViewPr>
  <p:slideViewPr>
    <p:cSldViewPr snapToGrid="0">
      <p:cViewPr varScale="1">
        <p:scale>
          <a:sx n="74" d="100"/>
          <a:sy n="74" d="100"/>
        </p:scale>
        <p:origin x="1256" y="276"/>
      </p:cViewPr>
      <p:guideLst>
        <p:guide orient="horz" pos="7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0A2F6F-7F72-813A-62C3-08B3A6C3FC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C2BA2-BFEB-7B83-BB30-01914C8304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82C70-DF95-C446-AB6A-F0D2D999EA8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953E3-C1D2-6B4B-47E8-412F1D4C4E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F352F-9539-D16C-5553-59C73284EF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6DBA9-1670-344F-A873-1B4BAF5E5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942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DB563-2C6B-214E-85F1-7D7F7045CE27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4A82D-45B6-A048-B436-94CE94B52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8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5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Relationship Id="rId3" Type="http://schemas.openxmlformats.org/officeDocument/2006/relationships/image" Target="../media/image23.png"/><Relationship Id="rId4" Type="http://schemas.openxmlformats.org/officeDocument/2006/relationships/image" Target="../media/image2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eg"/><Relationship Id="rId3" Type="http://schemas.openxmlformats.org/officeDocument/2006/relationships/image" Target="../media/image23.png"/><Relationship Id="rId4" Type="http://schemas.openxmlformats.org/officeDocument/2006/relationships/image" Target="../media/image24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7.svg"/><Relationship Id="rId4" Type="http://schemas.openxmlformats.org/officeDocument/2006/relationships/image" Target="../media/image21.png"/><Relationship Id="rId5" Type="http://schemas.openxmlformats.org/officeDocument/2006/relationships/image" Target="../media/image2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9.png"/><Relationship Id="rId4" Type="http://schemas.openxmlformats.org/officeDocument/2006/relationships/image" Target="../media/image27.svg"/><Relationship Id="rId5" Type="http://schemas.openxmlformats.org/officeDocument/2006/relationships/image" Target="../media/image21.png"/><Relationship Id="rId6" Type="http://schemas.openxmlformats.org/officeDocument/2006/relationships/image" Target="../media/image2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7.svg"/><Relationship Id="rId4" Type="http://schemas.openxmlformats.org/officeDocument/2006/relationships/image" Target="../media/image21.png"/><Relationship Id="rId5" Type="http://schemas.openxmlformats.org/officeDocument/2006/relationships/image" Target="../media/image22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8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7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Relationship Id="rId3" Type="http://schemas.openxmlformats.org/officeDocument/2006/relationships/image" Target="../media/image23.png"/><Relationship Id="rId4" Type="http://schemas.openxmlformats.org/officeDocument/2006/relationships/image" Target="../media/image24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eg"/><Relationship Id="rId3" Type="http://schemas.openxmlformats.org/officeDocument/2006/relationships/image" Target="../media/image23.png"/><Relationship Id="rId4" Type="http://schemas.openxmlformats.org/officeDocument/2006/relationships/image" Target="../media/image24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7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7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8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8.svg"/><Relationship Id="rId4" Type="http://schemas.openxmlformats.org/officeDocument/2006/relationships/image" Target="../media/image21.png"/><Relationship Id="rId5" Type="http://schemas.openxmlformats.org/officeDocument/2006/relationships/image" Target="../media/image2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21.png"/><Relationship Id="rId5" Type="http://schemas.openxmlformats.org/officeDocument/2006/relationships/image" Target="../media/image22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svg"/><Relationship Id="rId4" Type="http://schemas.openxmlformats.org/officeDocument/2006/relationships/image" Target="../media/image23.png"/><Relationship Id="rId5" Type="http://schemas.openxmlformats.org/officeDocument/2006/relationships/image" Target="../media/image35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3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blue fabric&#10;&#10;AI-generated content may be incorrect.">
            <a:extLst>
              <a:ext uri="{FF2B5EF4-FFF2-40B4-BE49-F238E27FC236}">
                <a16:creationId xmlns:a16="http://schemas.microsoft.com/office/drawing/2014/main" id="{2531E0DC-7E1F-EA2E-5576-5707A0E13A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2" t="23005" r="24196" b="26592"/>
          <a:stretch>
            <a:fillRect/>
          </a:stretch>
        </p:blipFill>
        <p:spPr>
          <a:xfrm>
            <a:off x="-64" y="0"/>
            <a:ext cx="12192064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1C68B8C-1B1F-7905-734B-F678EC776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59" y="2625044"/>
            <a:ext cx="5791141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bg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EC43095-B93C-F716-4FC6-7605E0EA0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99" y="5535577"/>
            <a:ext cx="5791190" cy="1014107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55B6ABD-171C-7F19-01C4-E19B8443F5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304801"/>
            <a:ext cx="5791201" cy="201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F449F-CD2C-C417-B6EB-88E26E28818F}"/>
              </a:ext>
            </a:extLst>
          </p:cNvPr>
          <p:cNvSpPr txBox="1"/>
          <p:nvPr userDrawn="1"/>
        </p:nvSpPr>
        <p:spPr>
          <a:xfrm>
            <a:off x="15479486" y="4049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5A4CF-A01E-2CEA-103C-41AF73C18A38}"/>
              </a:ext>
            </a:extLst>
          </p:cNvPr>
          <p:cNvSpPr txBox="1"/>
          <p:nvPr userDrawn="1"/>
        </p:nvSpPr>
        <p:spPr>
          <a:xfrm>
            <a:off x="15479486" y="4049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FBE4E7-DA88-6FBF-A8F4-9E96CB4F31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4622" r="35963" b="213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7E287DD-66E9-8749-B1DF-780868665E7E}"/>
              </a:ext>
            </a:extLst>
          </p:cNvPr>
          <p:cNvSpPr/>
          <p:nvPr userDrawn="1"/>
        </p:nvSpPr>
        <p:spPr>
          <a:xfrm>
            <a:off x="0" y="-1"/>
            <a:ext cx="94869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67921"/>
                </a:schemeClr>
              </a:gs>
              <a:gs pos="33000">
                <a:schemeClr val="tx2">
                  <a:alpha val="34646"/>
                </a:schemeClr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B9FBF-9155-5DE2-5ABA-09E3690AB587}"/>
              </a:ext>
            </a:extLst>
          </p:cNvPr>
          <p:cNvSpPr/>
          <p:nvPr userDrawn="1"/>
        </p:nvSpPr>
        <p:spPr>
          <a:xfrm>
            <a:off x="0" y="0"/>
            <a:ext cx="897255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8849"/>
                </a:schemeClr>
              </a:gs>
              <a:gs pos="33000">
                <a:schemeClr val="tx1">
                  <a:alpha val="18279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8188E207-3F01-8FBA-B098-096C5C5A974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4D744C-6C7A-D36F-8113-1F9F69E5589C}"/>
              </a:ext>
            </a:extLst>
          </p:cNvPr>
          <p:cNvSpPr/>
          <p:nvPr userDrawn="1"/>
        </p:nvSpPr>
        <p:spPr>
          <a:xfrm rot="10800000">
            <a:off x="3219450" y="0"/>
            <a:ext cx="897255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8849"/>
                </a:schemeClr>
              </a:gs>
              <a:gs pos="33000">
                <a:schemeClr val="tx1">
                  <a:alpha val="18279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6F0378-4E6E-4C3D-0623-D54AF0406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799" y="304800"/>
            <a:ext cx="1905685" cy="6632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426D966-3635-00AE-F740-0519C5E8F1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59" y="1583644"/>
            <a:ext cx="5791141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bg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27688CA-36E9-E34F-E98E-01D2E2BD1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99" y="4494177"/>
            <a:ext cx="5791201" cy="1014107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791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fabric&#10;&#10;AI-generated content may be incorrect.">
            <a:extLst>
              <a:ext uri="{FF2B5EF4-FFF2-40B4-BE49-F238E27FC236}">
                <a16:creationId xmlns:a16="http://schemas.microsoft.com/office/drawing/2014/main" id="{86EB3D4D-16F5-1B31-2FB5-CF16522712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042" r="17037" b="219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045766-D1EF-59CC-37C1-A4DFD8480924}"/>
              </a:ext>
            </a:extLst>
          </p:cNvPr>
          <p:cNvSpPr/>
          <p:nvPr/>
        </p:nvSpPr>
        <p:spPr>
          <a:xfrm rot="5400000">
            <a:off x="2667000" y="-2666999"/>
            <a:ext cx="6858000" cy="12192000"/>
          </a:xfrm>
          <a:prstGeom prst="rect">
            <a:avLst/>
          </a:prstGeom>
          <a:gradFill flip="none" rotWithShape="1">
            <a:gsLst>
              <a:gs pos="29000">
                <a:schemeClr val="bg2">
                  <a:alpha val="57124"/>
                </a:schemeClr>
              </a:gs>
              <a:gs pos="100000">
                <a:schemeClr val="accent6">
                  <a:alpha val="94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2942" y="4201274"/>
            <a:ext cx="5157788" cy="150071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6562125-57CC-79F0-AA9A-3B22DB0AEE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423" y="2476774"/>
            <a:ext cx="5472285" cy="190445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78A28B2-2018-550B-0591-370703D2B6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2141" y="1426881"/>
            <a:ext cx="5167426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</p:spTree>
    <p:extLst>
      <p:ext uri="{BB962C8B-B14F-4D97-AF65-F5344CB8AC3E}">
        <p14:creationId xmlns:p14="http://schemas.microsoft.com/office/powerpoint/2010/main" val="307233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5">
            <a:extLst>
              <a:ext uri="{FF2B5EF4-FFF2-40B4-BE49-F238E27FC236}">
                <a16:creationId xmlns:a16="http://schemas.microsoft.com/office/drawing/2014/main" id="{2BD8331B-856D-64D2-FE87-9BE29CEC95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8117" t="7482" r="24758" b="13822"/>
          <a:stretch>
            <a:fillRect/>
          </a:stretch>
        </p:blipFill>
        <p:spPr>
          <a:xfrm>
            <a:off x="-7554" y="0"/>
            <a:ext cx="12199554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88EA77-9B17-67E6-6D8F-709673D458F7}"/>
              </a:ext>
            </a:extLst>
          </p:cNvPr>
          <p:cNvSpPr/>
          <p:nvPr userDrawn="1"/>
        </p:nvSpPr>
        <p:spPr>
          <a:xfrm rot="5400000">
            <a:off x="2670777" y="-2670780"/>
            <a:ext cx="6858000" cy="12199555"/>
          </a:xfrm>
          <a:prstGeom prst="rect">
            <a:avLst/>
          </a:prstGeom>
          <a:gradFill flip="none" rotWithShape="1">
            <a:gsLst>
              <a:gs pos="51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ABB8899-B5DD-6E04-06B2-CF52ECB33EB8}"/>
              </a:ext>
            </a:extLst>
          </p:cNvPr>
          <p:cNvGrpSpPr/>
          <p:nvPr userDrawn="1"/>
        </p:nvGrpSpPr>
        <p:grpSpPr>
          <a:xfrm>
            <a:off x="0" y="0"/>
            <a:ext cx="6976533" cy="6858003"/>
            <a:chOff x="0" y="0"/>
            <a:chExt cx="10724380" cy="685800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31D494-422D-FC6A-232C-33E10E9B8537}"/>
                </a:ext>
              </a:extLst>
            </p:cNvPr>
            <p:cNvSpPr/>
            <p:nvPr/>
          </p:nvSpPr>
          <p:spPr>
            <a:xfrm rot="5400000">
              <a:off x="4610967" y="744589"/>
              <a:ext cx="6858000" cy="5368826"/>
            </a:xfrm>
            <a:prstGeom prst="rect">
              <a:avLst/>
            </a:prstGeom>
            <a:gradFill>
              <a:gsLst>
                <a:gs pos="0">
                  <a:schemeClr val="bg2">
                    <a:alpha val="0"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FD7A4A-7C12-D9DF-C985-E2EF334E0CA1}"/>
                </a:ext>
              </a:extLst>
            </p:cNvPr>
            <p:cNvSpPr/>
            <p:nvPr/>
          </p:nvSpPr>
          <p:spPr>
            <a:xfrm rot="5400000">
              <a:off x="-744587" y="744587"/>
              <a:ext cx="6858000" cy="536882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DD2277-5C31-B811-D6C5-319B49D5EC68}"/>
                </a:ext>
              </a:extLst>
            </p:cNvPr>
            <p:cNvSpPr/>
            <p:nvPr/>
          </p:nvSpPr>
          <p:spPr>
            <a:xfrm rot="5400000">
              <a:off x="3433290" y="744590"/>
              <a:ext cx="6858000" cy="5368826"/>
            </a:xfrm>
            <a:prstGeom prst="rect">
              <a:avLst/>
            </a:prstGeom>
            <a:gradFill>
              <a:gsLst>
                <a:gs pos="0">
                  <a:schemeClr val="bg2">
                    <a:alpha val="0"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A2149B58-A7A4-3497-4EFD-02F5EAD009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304799"/>
            <a:ext cx="668867" cy="668867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12FA6A93-8DB7-1767-0C1B-372459301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661" y="4522671"/>
            <a:ext cx="5164178" cy="68433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204DFE-EE0D-4F8A-8C01-03B141EB46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60" y="1938867"/>
            <a:ext cx="5167426" cy="2414470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</p:spTree>
    <p:extLst>
      <p:ext uri="{BB962C8B-B14F-4D97-AF65-F5344CB8AC3E}">
        <p14:creationId xmlns:p14="http://schemas.microsoft.com/office/powerpoint/2010/main" val="299913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67CF4F-B5B5-9762-9EF3-CFBA6EB5F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8217" t="5730" r="7504" b="304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9DE541E-1620-0B83-CB56-7488277B822C}"/>
              </a:ext>
            </a:extLst>
          </p:cNvPr>
          <p:cNvSpPr/>
          <p:nvPr userDrawn="1"/>
        </p:nvSpPr>
        <p:spPr>
          <a:xfrm>
            <a:off x="0" y="-1"/>
            <a:ext cx="417512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67921"/>
                </a:schemeClr>
              </a:gs>
              <a:gs pos="33000">
                <a:schemeClr val="tx2">
                  <a:alpha val="34646"/>
                </a:schemeClr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030887-05D2-EC8E-912C-40D5E4CA8219}"/>
              </a:ext>
            </a:extLst>
          </p:cNvPr>
          <p:cNvSpPr/>
          <p:nvPr userDrawn="1"/>
        </p:nvSpPr>
        <p:spPr>
          <a:xfrm>
            <a:off x="0" y="0"/>
            <a:ext cx="4175125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8849"/>
                </a:schemeClr>
              </a:gs>
              <a:gs pos="33000">
                <a:schemeClr val="tx1">
                  <a:alpha val="18279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5EED0-CA70-1784-72CA-4C903B8212F3}"/>
              </a:ext>
            </a:extLst>
          </p:cNvPr>
          <p:cNvSpPr/>
          <p:nvPr userDrawn="1"/>
        </p:nvSpPr>
        <p:spPr>
          <a:xfrm rot="16200000">
            <a:off x="3988596" y="-1345407"/>
            <a:ext cx="4243385" cy="12163424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42311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EF3990-2476-6C55-020F-C2BBE724686F}"/>
              </a:ext>
            </a:extLst>
          </p:cNvPr>
          <p:cNvSpPr/>
          <p:nvPr userDrawn="1"/>
        </p:nvSpPr>
        <p:spPr>
          <a:xfrm rot="10800000">
            <a:off x="8015287" y="0"/>
            <a:ext cx="417671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42311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4858" y="4965138"/>
            <a:ext cx="10682286" cy="751872"/>
          </a:xfrm>
        </p:spPr>
        <p:txBody>
          <a:bodyPr anchor="b">
            <a:normAutofit/>
          </a:bodyPr>
          <a:lstStyle>
            <a:lvl1pPr algn="ct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000"/>
              <a:t>CLICK TO EDIT PRESENTATION HEADLINE TITLE 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283" y="5846163"/>
            <a:ext cx="10739436" cy="58394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A191844-E89D-4BB7-0669-66D8BA78D3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8643" y="921591"/>
            <a:ext cx="3814714" cy="381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1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blue fabric&#10;&#10;AI-generated content may be incorrect.">
            <a:extLst>
              <a:ext uri="{FF2B5EF4-FFF2-40B4-BE49-F238E27FC236}">
                <a16:creationId xmlns:a16="http://schemas.microsoft.com/office/drawing/2014/main" id="{2531E0DC-7E1F-EA2E-5576-5707A0E13A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 t="23005" r="24196" b="26592"/>
          <a:stretch>
            <a:fillRect/>
          </a:stretch>
        </p:blipFill>
        <p:spPr>
          <a:xfrm>
            <a:off x="-64" y="0"/>
            <a:ext cx="12192064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1C68B8C-1B1F-7905-734B-F678EC776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59" y="2625044"/>
            <a:ext cx="5791141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bg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EC43095-B93C-F716-4FC6-7605E0EA0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99" y="5535577"/>
            <a:ext cx="5791190" cy="1014107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55B6ABD-171C-7F19-01C4-E19B8443F5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304801"/>
            <a:ext cx="5791201" cy="201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8F449F-CD2C-C417-B6EB-88E26E28818F}"/>
              </a:ext>
            </a:extLst>
          </p:cNvPr>
          <p:cNvSpPr txBox="1"/>
          <p:nvPr userDrawn="1"/>
        </p:nvSpPr>
        <p:spPr>
          <a:xfrm>
            <a:off x="15479486" y="4049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5A4CF-A01E-2CEA-103C-41AF73C18A38}"/>
              </a:ext>
            </a:extLst>
          </p:cNvPr>
          <p:cNvSpPr txBox="1"/>
          <p:nvPr userDrawn="1"/>
        </p:nvSpPr>
        <p:spPr>
          <a:xfrm>
            <a:off x="15479486" y="4049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FBE4E7-DA88-6FBF-A8F4-9E96CB4F31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622" r="35963" b="213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7E287DD-66E9-8749-B1DF-780868665E7E}"/>
              </a:ext>
            </a:extLst>
          </p:cNvPr>
          <p:cNvSpPr/>
          <p:nvPr userDrawn="1"/>
        </p:nvSpPr>
        <p:spPr>
          <a:xfrm>
            <a:off x="0" y="-1"/>
            <a:ext cx="948690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67921"/>
                </a:schemeClr>
              </a:gs>
              <a:gs pos="33000">
                <a:schemeClr val="tx2">
                  <a:alpha val="34646"/>
                </a:schemeClr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B9FBF-9155-5DE2-5ABA-09E3690AB587}"/>
              </a:ext>
            </a:extLst>
          </p:cNvPr>
          <p:cNvSpPr/>
          <p:nvPr userDrawn="1"/>
        </p:nvSpPr>
        <p:spPr>
          <a:xfrm>
            <a:off x="0" y="0"/>
            <a:ext cx="897255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8849"/>
                </a:schemeClr>
              </a:gs>
              <a:gs pos="33000">
                <a:schemeClr val="tx1">
                  <a:alpha val="18279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8188E207-3F01-8FBA-B098-096C5C5A974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4D744C-6C7A-D36F-8113-1F9F69E5589C}"/>
              </a:ext>
            </a:extLst>
          </p:cNvPr>
          <p:cNvSpPr/>
          <p:nvPr userDrawn="1"/>
        </p:nvSpPr>
        <p:spPr>
          <a:xfrm rot="10800000">
            <a:off x="3219450" y="0"/>
            <a:ext cx="897255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8849"/>
                </a:schemeClr>
              </a:gs>
              <a:gs pos="33000">
                <a:schemeClr val="tx1">
                  <a:alpha val="18279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6F0378-4E6E-4C3D-0623-D54AF0406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799" y="304800"/>
            <a:ext cx="1905685" cy="66321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426D966-3635-00AE-F740-0519C5E8F1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59" y="1583644"/>
            <a:ext cx="5791141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bg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27688CA-36E9-E34F-E98E-01D2E2BD1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99" y="4494177"/>
            <a:ext cx="5791201" cy="1014107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7910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fabric&#10;&#10;AI-generated content may be incorrect.">
            <a:extLst>
              <a:ext uri="{FF2B5EF4-FFF2-40B4-BE49-F238E27FC236}">
                <a16:creationId xmlns:a16="http://schemas.microsoft.com/office/drawing/2014/main" id="{86EB3D4D-16F5-1B31-2FB5-CF16522712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42" r="17037" b="219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045766-D1EF-59CC-37C1-A4DFD8480924}"/>
              </a:ext>
            </a:extLst>
          </p:cNvPr>
          <p:cNvSpPr/>
          <p:nvPr/>
        </p:nvSpPr>
        <p:spPr>
          <a:xfrm rot="5400000">
            <a:off x="2667000" y="-2666999"/>
            <a:ext cx="6858000" cy="12192000"/>
          </a:xfrm>
          <a:prstGeom prst="rect">
            <a:avLst/>
          </a:prstGeom>
          <a:gradFill flip="none" rotWithShape="1">
            <a:gsLst>
              <a:gs pos="29000">
                <a:schemeClr val="bg2">
                  <a:alpha val="57124"/>
                </a:schemeClr>
              </a:gs>
              <a:gs pos="100000">
                <a:schemeClr val="accent6">
                  <a:alpha val="94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2942" y="4201274"/>
            <a:ext cx="5157788" cy="150071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6562125-57CC-79F0-AA9A-3B22DB0AEE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423" y="2476774"/>
            <a:ext cx="5472285" cy="190445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78A28B2-2018-550B-0591-370703D2B6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2141" y="1426881"/>
            <a:ext cx="5167426" cy="2774393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</p:spTree>
    <p:extLst>
      <p:ext uri="{BB962C8B-B14F-4D97-AF65-F5344CB8AC3E}">
        <p14:creationId xmlns:p14="http://schemas.microsoft.com/office/powerpoint/2010/main" val="3072334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5">
            <a:extLst>
              <a:ext uri="{FF2B5EF4-FFF2-40B4-BE49-F238E27FC236}">
                <a16:creationId xmlns:a16="http://schemas.microsoft.com/office/drawing/2014/main" id="{2BD8331B-856D-64D2-FE87-9BE29CEC95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117" t="7482" r="24758" b="13822"/>
          <a:stretch>
            <a:fillRect/>
          </a:stretch>
        </p:blipFill>
        <p:spPr>
          <a:xfrm>
            <a:off x="-7554" y="0"/>
            <a:ext cx="12199554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88EA77-9B17-67E6-6D8F-709673D458F7}"/>
              </a:ext>
            </a:extLst>
          </p:cNvPr>
          <p:cNvSpPr/>
          <p:nvPr userDrawn="1"/>
        </p:nvSpPr>
        <p:spPr>
          <a:xfrm rot="5400000">
            <a:off x="2670777" y="-2670780"/>
            <a:ext cx="6858000" cy="12199555"/>
          </a:xfrm>
          <a:prstGeom prst="rect">
            <a:avLst/>
          </a:prstGeom>
          <a:gradFill flip="none" rotWithShape="1">
            <a:gsLst>
              <a:gs pos="51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ABB8899-B5DD-6E04-06B2-CF52ECB33EB8}"/>
              </a:ext>
            </a:extLst>
          </p:cNvPr>
          <p:cNvGrpSpPr/>
          <p:nvPr userDrawn="1"/>
        </p:nvGrpSpPr>
        <p:grpSpPr>
          <a:xfrm>
            <a:off x="0" y="0"/>
            <a:ext cx="6976533" cy="6858003"/>
            <a:chOff x="0" y="0"/>
            <a:chExt cx="10724380" cy="685800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31D494-422D-FC6A-232C-33E10E9B8537}"/>
                </a:ext>
              </a:extLst>
            </p:cNvPr>
            <p:cNvSpPr/>
            <p:nvPr/>
          </p:nvSpPr>
          <p:spPr>
            <a:xfrm rot="5400000">
              <a:off x="4610967" y="744589"/>
              <a:ext cx="6858000" cy="5368826"/>
            </a:xfrm>
            <a:prstGeom prst="rect">
              <a:avLst/>
            </a:prstGeom>
            <a:gradFill>
              <a:gsLst>
                <a:gs pos="0">
                  <a:schemeClr val="bg2">
                    <a:alpha val="0"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FD7A4A-7C12-D9DF-C985-E2EF334E0CA1}"/>
                </a:ext>
              </a:extLst>
            </p:cNvPr>
            <p:cNvSpPr/>
            <p:nvPr/>
          </p:nvSpPr>
          <p:spPr>
            <a:xfrm rot="5400000">
              <a:off x="-744587" y="744587"/>
              <a:ext cx="6858000" cy="536882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DD2277-5C31-B811-D6C5-319B49D5EC68}"/>
                </a:ext>
              </a:extLst>
            </p:cNvPr>
            <p:cNvSpPr/>
            <p:nvPr/>
          </p:nvSpPr>
          <p:spPr>
            <a:xfrm rot="5400000">
              <a:off x="3433290" y="744590"/>
              <a:ext cx="6858000" cy="5368826"/>
            </a:xfrm>
            <a:prstGeom prst="rect">
              <a:avLst/>
            </a:prstGeom>
            <a:gradFill>
              <a:gsLst>
                <a:gs pos="0">
                  <a:schemeClr val="bg2">
                    <a:alpha val="0"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>
            <a:extLst>
              <a:ext uri="{FF2B5EF4-FFF2-40B4-BE49-F238E27FC236}">
                <a16:creationId xmlns:a16="http://schemas.microsoft.com/office/drawing/2014/main" id="{A2149B58-A7A4-3497-4EFD-02F5EAD009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799" y="304799"/>
            <a:ext cx="668867" cy="668867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12FA6A93-8DB7-1767-0C1B-372459301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5661" y="4522671"/>
            <a:ext cx="5164178" cy="68433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204DFE-EE0D-4F8A-8C01-03B141EB46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60" y="1938867"/>
            <a:ext cx="5167426" cy="2414470"/>
          </a:xfr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1"/>
                </a:solidFill>
              </a:defRPr>
            </a:lvl1pPr>
          </a:lstStyle>
          <a:p>
            <a:r>
              <a:rPr lang="en-US" sz="5400"/>
              <a:t>CLICK TO EDIT PRESENTATION HEADLINE TITLE </a:t>
            </a:r>
          </a:p>
        </p:txBody>
      </p:sp>
    </p:spTree>
    <p:extLst>
      <p:ext uri="{BB962C8B-B14F-4D97-AF65-F5344CB8AC3E}">
        <p14:creationId xmlns:p14="http://schemas.microsoft.com/office/powerpoint/2010/main" val="2999135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67CF4F-B5B5-9762-9EF3-CFBA6EB5F9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217" t="5730" r="7504" b="304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9DE541E-1620-0B83-CB56-7488277B822C}"/>
              </a:ext>
            </a:extLst>
          </p:cNvPr>
          <p:cNvSpPr/>
          <p:nvPr userDrawn="1"/>
        </p:nvSpPr>
        <p:spPr>
          <a:xfrm>
            <a:off x="0" y="-1"/>
            <a:ext cx="417512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67921"/>
                </a:schemeClr>
              </a:gs>
              <a:gs pos="33000">
                <a:schemeClr val="tx2">
                  <a:alpha val="34646"/>
                </a:schemeClr>
              </a:gs>
              <a:gs pos="99000">
                <a:schemeClr val="tx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030887-05D2-EC8E-912C-40D5E4CA8219}"/>
              </a:ext>
            </a:extLst>
          </p:cNvPr>
          <p:cNvSpPr/>
          <p:nvPr userDrawn="1"/>
        </p:nvSpPr>
        <p:spPr>
          <a:xfrm>
            <a:off x="0" y="0"/>
            <a:ext cx="4175125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8849"/>
                </a:schemeClr>
              </a:gs>
              <a:gs pos="33000">
                <a:schemeClr val="tx1">
                  <a:alpha val="18279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5EED0-CA70-1784-72CA-4C903B8212F3}"/>
              </a:ext>
            </a:extLst>
          </p:cNvPr>
          <p:cNvSpPr/>
          <p:nvPr userDrawn="1"/>
        </p:nvSpPr>
        <p:spPr>
          <a:xfrm rot="16200000">
            <a:off x="3988596" y="-1345407"/>
            <a:ext cx="4243385" cy="12163424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42311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EF3990-2476-6C55-020F-C2BBE724686F}"/>
              </a:ext>
            </a:extLst>
          </p:cNvPr>
          <p:cNvSpPr/>
          <p:nvPr userDrawn="1"/>
        </p:nvSpPr>
        <p:spPr>
          <a:xfrm rot="10800000">
            <a:off x="8015287" y="0"/>
            <a:ext cx="4176712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42311"/>
                </a:schemeClr>
              </a:gs>
              <a:gs pos="99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4858" y="4965138"/>
            <a:ext cx="10682286" cy="751872"/>
          </a:xfrm>
        </p:spPr>
        <p:txBody>
          <a:bodyPr anchor="b">
            <a:normAutofit/>
          </a:bodyPr>
          <a:lstStyle>
            <a:lvl1pPr algn="ct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000"/>
              <a:t>CLICK TO EDIT PRESENTATION HEADLINE TITLE 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283" y="5846163"/>
            <a:ext cx="10739436" cy="583949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A191844-E89D-4BB7-0669-66D8BA78D3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8643" y="921591"/>
            <a:ext cx="3814714" cy="381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14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3338" y="5596216"/>
            <a:ext cx="3879100" cy="922652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88913"/>
            <a:ext cx="11806237" cy="5088557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5F5A422-91A3-719E-5F4F-3B870F76AF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858" y="5525779"/>
            <a:ext cx="1044672" cy="104467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F169B0D-038B-F394-979D-E12B6ED698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1608" y="5596216"/>
            <a:ext cx="6166652" cy="922652"/>
          </a:xfrm>
        </p:spPr>
        <p:txBody>
          <a:bodyPr/>
          <a:lstStyle>
            <a:lvl1pPr>
              <a:defRPr sz="3600" cap="all" baseline="0"/>
            </a:lvl1pPr>
          </a:lstStyle>
          <a:p>
            <a:r>
              <a:rPr lang="en-US" sz="3600"/>
              <a:t>CLICK TO EDIT PRESENTATION HEADLINE TITLE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69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FA5E369-7273-1825-642C-99FC306A7A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8913" y="1497874"/>
            <a:ext cx="11806237" cy="5174389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8230" y="305531"/>
            <a:ext cx="3871912" cy="913225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68802-28DD-F47D-2B77-6072447E58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1858" y="249054"/>
            <a:ext cx="1044672" cy="1044672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59DBBEC7-D5BB-8FFA-6CC2-8F65ABE6D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1608" y="291571"/>
            <a:ext cx="6166652" cy="922652"/>
          </a:xfrm>
        </p:spPr>
        <p:txBody>
          <a:bodyPr/>
          <a:lstStyle>
            <a:lvl1pPr>
              <a:defRPr sz="3600" cap="all" baseline="0"/>
            </a:lvl1pPr>
          </a:lstStyle>
          <a:p>
            <a:r>
              <a:rPr lang="en-US" sz="3600"/>
              <a:t>CLICK TO EDIT PRESENTATION HEADLINE TITLE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53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2150" y="3619861"/>
            <a:ext cx="484505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2" y="192881"/>
            <a:ext cx="6483096" cy="6479382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EB16636-567F-0AF3-8886-416DE4B395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6735" y="304800"/>
            <a:ext cx="1044672" cy="104467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319D048-1E83-9794-40C0-E7D8295F6C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2150" y="1602557"/>
            <a:ext cx="4845050" cy="1948992"/>
          </a:xfrm>
        </p:spPr>
        <p:txBody>
          <a:bodyPr anchor="b" anchorCtr="0"/>
          <a:lstStyle>
            <a:lvl1pPr>
              <a:defRPr sz="3600" cap="all" baseline="0"/>
            </a:lvl1pPr>
          </a:lstStyle>
          <a:p>
            <a:r>
              <a:rPr lang="en-US" sz="3600"/>
              <a:t>CLICK TO EDIT PRESENTATION HEADLINE TITLE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70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D5AF2D1-E703-59B1-A2D0-06E9F8AB4D59}"/>
              </a:ext>
            </a:extLst>
          </p:cNvPr>
          <p:cNvSpPr/>
          <p:nvPr userDrawn="1"/>
        </p:nvSpPr>
        <p:spPr>
          <a:xfrm>
            <a:off x="5672137" y="2736056"/>
            <a:ext cx="6096000" cy="1657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7524" y="4229673"/>
            <a:ext cx="3886199" cy="15792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9363" y="1160167"/>
            <a:ext cx="4572000" cy="4572000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7D70A3-5698-D8E6-F218-62EC664D03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7524" y="1160167"/>
            <a:ext cx="1621882" cy="564444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35ED4F34-7F96-A50B-192C-D410481B6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7524" y="2110155"/>
            <a:ext cx="3886200" cy="1948992"/>
          </a:xfrm>
        </p:spPr>
        <p:txBody>
          <a:bodyPr anchor="b" anchorCtr="0"/>
          <a:lstStyle>
            <a:lvl1pPr>
              <a:defRPr sz="3600" cap="all" baseline="0"/>
            </a:lvl1pPr>
          </a:lstStyle>
          <a:p>
            <a:r>
              <a:rPr lang="en-US" sz="3600"/>
              <a:t>CLICK TO EDIT PRESENTATION HEADLINE TITLE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40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2" y="1625399"/>
            <a:ext cx="11577637" cy="4302919"/>
          </a:xfrm>
        </p:spPr>
        <p:txBody>
          <a:bodyPr anchor="b">
            <a:normAutofit/>
          </a:bodyPr>
          <a:lstStyle>
            <a:lvl1pPr algn="l">
              <a:defRPr sz="4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46D0F57-E33A-950A-8C6C-8D126B80E9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F873C4-1813-72D9-AFAE-65551E6319D4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779A259-59A3-AC68-8FDE-4D6CF994F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5ADA010C-E84C-A649-89FE-8E1F77E9937E}" type="datetime1">
              <a:rPr lang="en-US" smtClean="0"/>
              <a:t>1/26/2026</a:t>
            </a:fld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543503A0-2EEE-070E-7A6C-48A3752E3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20A87F2-721C-9F8E-FA78-8FDC04A8C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317303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7BC4E3-B95A-066B-EC78-A2393F685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2" y="1625399"/>
            <a:ext cx="11577637" cy="430291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1AACBFF-049D-3FCF-BD87-FAA67F7797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8DF63A-8999-50C9-BD4B-92FD4D6F6EEC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5570E63-FC41-6B98-C763-B5FCAE236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31275BA5-90B5-F64D-8853-CA9494615671}" type="datetime1">
              <a:rPr lang="en-US" smtClean="0"/>
              <a:t>1/26/2026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B6BA86E3-15B1-3CAE-8D6C-D8E80BEE6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ADB762F-955A-E4D4-96E1-9B49004F0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628216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EA6138B-376D-E03E-0AB8-F5B124CB88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3073" t="6353" r="7931" b="6353"/>
          <a:stretch>
            <a:fillRect/>
          </a:stretch>
        </p:blipFill>
        <p:spPr>
          <a:xfrm>
            <a:off x="0" y="-2"/>
            <a:ext cx="12192004" cy="685800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64F6E51-DB47-D09C-3E5A-FDECDC1DF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2" y="311089"/>
            <a:ext cx="3781671" cy="5617230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E46ADE-FE58-CB04-4652-886242C8DB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573B53-A160-BE7A-AA66-2D8A4A7EB2EF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F783A34D-71B8-36CC-F692-86802626F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7C3A1BBB-A839-CA4D-87D2-5368548EBE29}" type="datetime1">
              <a:rPr lang="en-US" smtClean="0"/>
              <a:t>1/26/2026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CFCA037-F1EB-0CAD-2125-82490271D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69FCA05-5DC6-2624-4747-97D37A6BC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633790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EA6138B-376D-E03E-0AB8-F5B124CB8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073" t="6353" r="7931" b="6353"/>
          <a:stretch>
            <a:fillRect/>
          </a:stretch>
        </p:blipFill>
        <p:spPr>
          <a:xfrm>
            <a:off x="0" y="-2"/>
            <a:ext cx="12192004" cy="685800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64F6E51-DB47-D09C-3E5A-FDECDC1DF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2" y="311089"/>
            <a:ext cx="3781671" cy="5617230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E46ADE-FE58-CB04-4652-886242C8DB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573B53-A160-BE7A-AA66-2D8A4A7EB2EF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F783A34D-71B8-36CC-F692-86802626F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7C3A1BBB-A839-CA4D-87D2-5368548EBE29}" type="datetime1">
              <a:rPr lang="en-US" smtClean="0"/>
              <a:t>1/26/2026</a:t>
            </a:fld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DCFCA037-F1EB-0CAD-2125-82490271D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69FCA05-5DC6-2624-4747-97D37A6BC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633790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C1543E-E521-0312-C2DA-C5B7283E72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15287" y="182584"/>
            <a:ext cx="3979863" cy="6489679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CFE416-2BDD-CB57-00D9-D6C2138C6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3" y="1625399"/>
            <a:ext cx="7412832" cy="430291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6EE2BF1-D31B-7E16-4D7E-2138B71DA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AA852B-386C-ED44-E713-E1A3F6E8C58A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EEE358F0-6069-9C1B-0E68-6027065AD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20369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FF32DAA7-8381-6844-98DA-2C5168FE0B07}" type="datetime1">
              <a:rPr lang="en-US" smtClean="0"/>
              <a:t>1/26/2026</a:t>
            </a:fld>
            <a:endParaRPr lang="en-US"/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75D5437E-7E8F-28D9-3898-8AF050695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67126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59C4B36-043A-245D-F1A0-4E3791EC0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3610568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612522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30BE196-892A-7016-9344-6B5C6FF638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8952"/>
          <a:stretch>
            <a:fillRect/>
          </a:stretch>
        </p:blipFill>
        <p:spPr>
          <a:xfrm>
            <a:off x="6740525" y="188914"/>
            <a:ext cx="5254625" cy="6483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BFC32E9-786A-0C97-024F-FF5425378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564" y="1710449"/>
            <a:ext cx="3822686" cy="3437102"/>
          </a:xfrm>
        </p:spPr>
        <p:txBody>
          <a:bodyPr anchor="ctr" anchorCtr="0">
            <a:normAutofit/>
          </a:bodyPr>
          <a:lstStyle>
            <a:lvl1pPr algn="l">
              <a:defRPr sz="4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040C40B3-8602-94B8-9761-A2AE18FF3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6601CAC4-CB33-B648-B68A-D2B0B504147E}" type="datetime1">
              <a:rPr lang="en-US" smtClean="0"/>
              <a:t>1/26/2026</a:t>
            </a:fld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D5B51E81-DFAE-C0FF-CAD3-BF2C31F93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65A96-3FCC-D1CC-8A6D-7CC4F5A76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3724067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FE2424F-C65E-F1B6-5BFE-C6EDFED928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6BD84E-01D9-808E-E713-15B275B29367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26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069014"/>
            <a:ext cx="1905000" cy="2344996"/>
          </a:xfrm>
        </p:spPr>
        <p:txBody>
          <a:bodyPr>
            <a:normAutofit/>
          </a:bodyPr>
          <a:lstStyle>
            <a:lvl1pPr>
              <a:defRPr sz="3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764FBC7-0EDD-E932-1B61-941E913CBF2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26633" y="1054024"/>
            <a:ext cx="3862388" cy="4973896"/>
          </a:xfrm>
          <a:noFill/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563A362-16C2-4827-FCA2-175DCCA67F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952"/>
          <a:stretch>
            <a:fillRect/>
          </a:stretch>
        </p:blipFill>
        <p:spPr>
          <a:xfrm>
            <a:off x="6740525" y="188914"/>
            <a:ext cx="5254625" cy="64833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ABC91F6-2123-14A6-AD16-F7135E63D9B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A82BD8-E69E-6F65-27F2-25037388CDFA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89EB0F9-F51D-22B5-A34C-56BD8FB83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06995541-9367-0342-B086-108A655D5098}" type="datetime1">
              <a:rPr lang="en-US" smtClean="0"/>
              <a:t>1/26/2026</a:t>
            </a:fld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2755519-98B6-153A-F33C-64B1CC3BC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B66445C-23AA-FFF3-688D-0B48BC3D1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3724067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6976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080036"/>
            <a:ext cx="1905000" cy="1790580"/>
          </a:xfrm>
        </p:spPr>
        <p:txBody>
          <a:bodyPr>
            <a:normAutofit/>
          </a:bodyPr>
          <a:lstStyle>
            <a:lvl1pPr>
              <a:defRPr sz="3200" cap="all" baseline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01000" y="1086475"/>
            <a:ext cx="3886200" cy="4933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7FA7BC-3BCA-59C4-0FF2-2E08608D6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39" r="-666"/>
          <a:stretch>
            <a:fillRect/>
          </a:stretch>
        </p:blipFill>
        <p:spPr>
          <a:xfrm>
            <a:off x="188912" y="188914"/>
            <a:ext cx="5279200" cy="6483350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6B33A0B4-8639-EC02-0AFA-307D719CC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3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F65AF1F0-2300-DA42-9089-6E03D7B2F736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C7DE925-B585-5CDB-A1BC-209DAC902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7B6BD-4487-1175-81E7-E43FEAB4C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8973" y="6361755"/>
            <a:ext cx="3724067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05CAEA-9726-BA15-AC0C-186F42F2B7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7069" y="6250427"/>
            <a:ext cx="1212110" cy="42183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7C77DC-692A-A25C-6F69-4F48CFAAB711}"/>
              </a:ext>
            </a:extLst>
          </p:cNvPr>
          <p:cNvCxnSpPr>
            <a:cxnSpLocks/>
          </p:cNvCxnSpPr>
          <p:nvPr userDrawn="1"/>
        </p:nvCxnSpPr>
        <p:spPr>
          <a:xfrm>
            <a:off x="4457719" y="6057900"/>
            <a:ext cx="7412832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05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2374C7D-019A-C905-F1C3-FAF402FB03D9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6850" y="185736"/>
            <a:ext cx="5739990" cy="6486527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DA9B67D3-DC7D-B945-4F4B-F8922D51E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3" y="6361755"/>
            <a:ext cx="118306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EC0C85CE-1643-804F-8205-55D935B1360F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F8920E49-6404-7E20-3B83-7159063492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824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F4F08487-A5D6-A3AF-1A70-61DB7B2B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61106" y="6361755"/>
            <a:ext cx="3724067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CB95A4-F302-EE54-66A6-7336628518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5162" y="1778000"/>
            <a:ext cx="5468348" cy="564049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09EA352-9204-1704-4AFF-8B13CCEB5D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5162" y="2571989"/>
            <a:ext cx="5468348" cy="29861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317D6A-53B7-BFAE-506A-967E5B3BE011}"/>
              </a:ext>
            </a:extLst>
          </p:cNvPr>
          <p:cNvCxnSpPr>
            <a:cxnSpLocks/>
          </p:cNvCxnSpPr>
          <p:nvPr userDrawn="1"/>
        </p:nvCxnSpPr>
        <p:spPr>
          <a:xfrm>
            <a:off x="6255162" y="2467013"/>
            <a:ext cx="54683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1C44C1E5-5BA8-FE87-B6EC-93300E5F24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5162" y="502094"/>
            <a:ext cx="1214346" cy="121434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37B49F-6ABE-960D-C7CD-8F30226AED05}"/>
              </a:ext>
            </a:extLst>
          </p:cNvPr>
          <p:cNvCxnSpPr>
            <a:cxnSpLocks/>
          </p:cNvCxnSpPr>
          <p:nvPr userDrawn="1"/>
        </p:nvCxnSpPr>
        <p:spPr>
          <a:xfrm>
            <a:off x="6255162" y="6082778"/>
            <a:ext cx="54683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850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02A062DA-3C51-A8C9-0C81-5D28E8C412F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89365" y="787570"/>
            <a:ext cx="2903792" cy="1554480"/>
          </a:xfrm>
        </p:spPr>
        <p:txBody>
          <a:bodyPr anchor="b"/>
          <a:lstStyle/>
          <a:p>
            <a:r>
              <a:rPr lang="en-US"/>
              <a:t>Agenda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913" y="185737"/>
            <a:ext cx="7826375" cy="6486526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2D8916-D44B-09D7-6044-06338D0661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9365" y="2571989"/>
            <a:ext cx="2903792" cy="324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A53BEF-17F7-530E-91DD-E5D7E4D2E328}"/>
              </a:ext>
            </a:extLst>
          </p:cNvPr>
          <p:cNvCxnSpPr>
            <a:cxnSpLocks/>
          </p:cNvCxnSpPr>
          <p:nvPr userDrawn="1"/>
        </p:nvCxnSpPr>
        <p:spPr>
          <a:xfrm>
            <a:off x="8289365" y="2467013"/>
            <a:ext cx="343414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BDDB64BF-D7F6-CE60-C9CC-BF289B6B9B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028" y="502094"/>
            <a:ext cx="1214346" cy="121434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6FCB3-1314-9F94-9278-F4B6CDF792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8242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9DBDCAB-A04E-364F-F059-9E25C5E29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89365" y="6361755"/>
            <a:ext cx="286101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8E3999-4AD2-0BE7-7303-8C61E2877294}"/>
              </a:ext>
            </a:extLst>
          </p:cNvPr>
          <p:cNvCxnSpPr>
            <a:cxnSpLocks/>
          </p:cNvCxnSpPr>
          <p:nvPr userDrawn="1"/>
        </p:nvCxnSpPr>
        <p:spPr>
          <a:xfrm>
            <a:off x="8289365" y="6082778"/>
            <a:ext cx="3434146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550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901625"/>
            <a:ext cx="4572000" cy="245479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897707"/>
            <a:ext cx="4572000" cy="247380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6DC271-1C12-0E69-BBA2-49820D728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D1B34D-C9AE-385A-929C-5E162C3DC97E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4EB8CE70-E970-CAC0-54D7-D07BDD270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5421DCDF-D4BC-C240-ADC1-CCFA2E4C8159}" type="datetime1">
              <a:rPr lang="en-US" smtClean="0"/>
              <a:t>1/26/2026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0F97F2E-26CC-5386-4124-6F43BD8C1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6372907-539C-7D79-997B-E177314B9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40737649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651000"/>
            <a:ext cx="5029200" cy="3557016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651000"/>
            <a:ext cx="5029200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B69AB2F-09D7-EE13-D938-7777C9FFE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F00D6B-3096-7FA2-44D7-0EEAAEB1F310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E70E1-2799-BE8E-0075-16C300FF7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B8224B21-6C93-9247-99E3-7DDEC04D99E3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962FAD1-D33E-5E08-C2FE-A043E4574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41AD1C9-1269-FA48-4E13-6D6931A94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4276452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5067300" cy="240903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04800"/>
            <a:ext cx="5524500" cy="48180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1B37E72-AADC-41F9-E18B-99642600F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7F885A-514A-23B7-5DEF-24AAE2CD4C2B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DF96D7F-8C64-33B2-EDC4-DD8CBE075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DEC44AFD-EC21-6949-BB86-DE9D3CC37CBE}" type="datetime1">
              <a:rPr lang="en-US" smtClean="0"/>
              <a:t>1/26/2026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5CC49-1AB0-1580-9760-07691D6C8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A70AE6A-F314-146A-6639-2D8736349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4623043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3583781" cy="232251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75125" y="304800"/>
            <a:ext cx="7707312" cy="5180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0B17D73-9E0B-824F-F4BD-9EF626F3B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B45E86-36B9-5A05-C580-611091F5AB84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D8F9472-B547-2555-6034-B042659AB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6D520418-674D-9B4F-9C99-CA28A06813FF}" type="datetime1">
              <a:rPr lang="en-US" smtClean="0"/>
              <a:t>1/26/2026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D1127-E03A-77F3-082B-390EC79D3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EEBA49C-4DA4-3D37-0EE1-446BEBB9B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8443311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F0A8099-498F-6A47-9E18-782233BD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3750808" cy="232251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6D903D1-97B2-9098-0EA4-9B8391927A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75125" y="304799"/>
            <a:ext cx="7707312" cy="5364907"/>
          </a:xfrm>
        </p:spPr>
        <p:txBody>
          <a:bodyPr/>
          <a:lstStyle>
            <a:lvl1pPr>
              <a:defRPr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6A6EFDC-1DD0-7A02-F0F4-DB5D00CD31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8858A6-1228-A3E3-D58B-AF81B5B503D5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694F6-F9C0-53DA-0B3A-E2D876443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66B025D-5435-D1BC-BF78-E76A183CF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E5E3DFD-B4DA-261A-007D-882B0EE60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6206236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7" y="304800"/>
            <a:ext cx="3683000" cy="5179925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4E8DCF-7651-7F5E-F807-E457EC8B4A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75124" y="304800"/>
            <a:ext cx="7712075" cy="516965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3C1DC3D-C2CA-841E-61B1-4E77A53F59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4F5D6D-FBB8-1F73-FFA4-1343F4476306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9DE69FC-D745-A22C-A4D6-5BB8F48BE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26555A2-EFC1-C04C-9376-19C921F8BB07}" type="datetime1">
              <a:rPr lang="en-US" smtClean="0"/>
              <a:t>1/26/2026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16284-041C-8405-B64B-171225553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EF1CEDC-B868-DB22-FE92-10C60B714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5641877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76837"/>
            <a:ext cx="11577636" cy="2459565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563" y="2736401"/>
            <a:ext cx="11577637" cy="3321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5BE921D-4D4A-E0BA-024C-DD35DD67CC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BD89FF-95D8-B094-6521-347461D43A27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AEC29E8-E480-87CC-AAF5-C43B6F8A5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D7865C1-2122-994B-A10A-85CCFE8C2A93}" type="datetime1">
              <a:rPr lang="en-US" smtClean="0"/>
              <a:t>1/26/2026</a:t>
            </a:fld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27727E3-AFDE-7121-E800-A845DEC80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0D78AE2-4846-73E5-5585-A0334F917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7751265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935" y="182584"/>
            <a:ext cx="7427265" cy="217961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4" y="188912"/>
            <a:ext cx="3986211" cy="6483333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38650" y="2467162"/>
            <a:ext cx="7448550" cy="3307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CEED808-23BC-E1EE-9492-61761DB969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0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EF9F7-5C23-19E0-B879-FA1173245191}"/>
              </a:ext>
            </a:extLst>
          </p:cNvPr>
          <p:cNvCxnSpPr>
            <a:cxnSpLocks/>
          </p:cNvCxnSpPr>
          <p:nvPr userDrawn="1"/>
        </p:nvCxnSpPr>
        <p:spPr>
          <a:xfrm>
            <a:off x="4438650" y="6057900"/>
            <a:ext cx="744855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5024075-B8A5-494E-3154-13547CAF1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DE6ABC31-A9C3-6B48-A52A-2541209451F0}" type="datetime1">
              <a:rPr lang="en-US" smtClean="0"/>
              <a:t>1/26/2026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4ED66-345D-CB83-F84E-D852CAA3A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22EB44B-E32E-052C-D36F-22FE1DC69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827" y="6361755"/>
            <a:ext cx="3438619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3171153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4" y="305479"/>
            <a:ext cx="7469980" cy="152704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563" y="2123893"/>
            <a:ext cx="7469981" cy="3393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15288" y="188913"/>
            <a:ext cx="3979862" cy="6483350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94D09-D973-0A1F-9795-EB56607F31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6C338F-286A-141B-8DD8-1DEA8BC39180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7469981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B9405-471C-6485-7619-69CF63FF69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77518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9023E854-C95A-8540-9950-7419B3CDBE8D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F052B5F-8E98-2047-C2D2-AE4053ED9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24275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6EF2EB7-C29A-8DCB-16E4-3110B24DD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2918012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2524188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9" y="368300"/>
            <a:ext cx="5064481" cy="152704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88912"/>
            <a:ext cx="5907087" cy="6483351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2250" y="2083791"/>
            <a:ext cx="5048250" cy="35145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3275916-4BF2-EB64-57B1-9722277E58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2531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E010A9-97CC-8DAD-0B70-868FAD3A1ADD}"/>
              </a:ext>
            </a:extLst>
          </p:cNvPr>
          <p:cNvCxnSpPr>
            <a:cxnSpLocks/>
          </p:cNvCxnSpPr>
          <p:nvPr userDrawn="1"/>
        </p:nvCxnSpPr>
        <p:spPr>
          <a:xfrm>
            <a:off x="6403181" y="6057900"/>
            <a:ext cx="5484019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7E1C665-D6E4-500A-FFF3-BE619D24D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76298" y="6361755"/>
            <a:ext cx="6355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8980C0EC-86BB-5B4B-9ACA-0EF8BE3700EC}" type="datetime1">
              <a:rPr lang="en-US" smtClean="0"/>
              <a:t>1/26/2026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7461E-C59A-F348-A801-41AF76098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98B48C6-C35D-C30B-F1C0-D929E4347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17028" y="6361755"/>
            <a:ext cx="2789604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6820509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304800"/>
            <a:ext cx="5067300" cy="168837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563" y="2098133"/>
            <a:ext cx="5067300" cy="3314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88912"/>
            <a:ext cx="5899150" cy="6483351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204998-8FCD-C515-B3CF-7E44F27450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600265-6FA8-454C-18E1-51DC94D656F9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544577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975C9-2300-804C-5C55-8B01AC380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93112" y="6361755"/>
            <a:ext cx="732601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CA8F3842-A560-0A45-A2F5-2D25280ED791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20456D3-7C92-60FD-D3F8-B05D50976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00072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888EA85-C49C-4962-8B8E-6D6D0014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86999" y="6361755"/>
            <a:ext cx="26909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4009565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700" y="237646"/>
            <a:ext cx="3225799" cy="2333751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6851" y="188912"/>
            <a:ext cx="7818437" cy="6483351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4700" y="2864698"/>
            <a:ext cx="3225799" cy="270004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7938" indent="0">
              <a:buNone/>
              <a:tabLst/>
              <a:defRPr sz="1600"/>
            </a:lvl2pPr>
            <a:lvl3pPr marL="7938" indent="0">
              <a:buNone/>
              <a:tabLst/>
              <a:defRPr sz="1400"/>
            </a:lvl3pPr>
            <a:lvl4pPr marL="7938" indent="0">
              <a:buNone/>
              <a:tabLst/>
              <a:defRPr sz="1200"/>
            </a:lvl4pPr>
            <a:lvl5pPr marL="7938" indent="0">
              <a:buNone/>
              <a:tabLst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58A55A-B493-772E-9325-B1CB895B93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7384" y="6250427"/>
            <a:ext cx="1212110" cy="4218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21C4FB-65AA-7884-A6DF-DD1E5FE8A91A}"/>
              </a:ext>
            </a:extLst>
          </p:cNvPr>
          <p:cNvCxnSpPr>
            <a:cxnSpLocks/>
          </p:cNvCxnSpPr>
          <p:nvPr userDrawn="1"/>
        </p:nvCxnSpPr>
        <p:spPr>
          <a:xfrm>
            <a:off x="8318034" y="6057900"/>
            <a:ext cx="356916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EC6587B-17B6-5509-9820-D60F0B27F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797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3D6443-2698-4AD4-33E5-357899B3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0682" y="1164435"/>
            <a:ext cx="5456517" cy="133587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164436"/>
            <a:ext cx="5907087" cy="5507828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30682" y="2621757"/>
            <a:ext cx="5456517" cy="3250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FF5DC7-FD61-2D62-1D34-1546A2104AB6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21AA132D-2D78-C12E-779A-3873FE9A60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2298186-F808-A4C2-0B4E-27B5E67861DB}"/>
              </a:ext>
            </a:extLst>
          </p:cNvPr>
          <p:cNvCxnSpPr>
            <a:cxnSpLocks/>
          </p:cNvCxnSpPr>
          <p:nvPr userDrawn="1"/>
        </p:nvCxnSpPr>
        <p:spPr>
          <a:xfrm>
            <a:off x="6430682" y="6057900"/>
            <a:ext cx="5451754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5D8FFE8-0BCA-9E74-C13B-D26818F015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AD282B1-8F57-1747-80D9-AAACD0D27410}" type="datetime1">
              <a:rPr lang="en-US" smtClean="0"/>
              <a:t>1/26/2026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F5E26-430C-B8BF-26F4-703434F32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36D164B-4C21-5883-FA0B-1F2A6AB75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682" y="6361755"/>
            <a:ext cx="3490259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445029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4525964"/>
            <a:ext cx="5086350" cy="8381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88912"/>
            <a:ext cx="11806237" cy="4167187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25893"/>
            <a:ext cx="5524500" cy="838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9525" indent="0">
              <a:buNone/>
              <a:tabLst/>
              <a:defRPr sz="1200"/>
            </a:lvl2pPr>
            <a:lvl3pPr marL="9525" indent="0">
              <a:buNone/>
              <a:tabLst/>
              <a:defRPr sz="1100"/>
            </a:lvl3pPr>
            <a:lvl4pPr marL="9525" indent="0">
              <a:buNone/>
              <a:tabLst/>
              <a:defRPr sz="1050"/>
            </a:lvl4pPr>
            <a:lvl5pPr marL="9525" indent="0">
              <a:buNone/>
              <a:tabLst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BF02DC7-18D9-C334-7A9D-868403958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679F4C-462C-9106-CA62-9211A73F94C3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608D2-6163-7BB0-7818-22085E660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FA047A48-A542-6A42-A920-019D8A60C0F8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76ED5D39-9EF1-B6DB-11C7-E1C3CCEC9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10A3F8-A9EE-D0B1-4FE5-433DB6689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6887917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7206" y="1156108"/>
            <a:ext cx="3633787" cy="4802398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156108"/>
            <a:ext cx="3986212" cy="5516156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42721D-E766-EA7B-47B1-DA0283D1AB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16877" y="1156109"/>
            <a:ext cx="3865559" cy="480243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33E01F-37E5-42D5-9450-0E280020031B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951F2CC8-39EE-D855-9841-FD71627226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61E209-8A4A-48DC-BA3B-61B0E3EE0945}"/>
              </a:ext>
            </a:extLst>
          </p:cNvPr>
          <p:cNvCxnSpPr>
            <a:cxnSpLocks/>
          </p:cNvCxnSpPr>
          <p:nvPr userDrawn="1"/>
        </p:nvCxnSpPr>
        <p:spPr>
          <a:xfrm>
            <a:off x="4481139" y="6057900"/>
            <a:ext cx="740129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21874B33-752D-7D7B-2F3D-E2898B7BB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13F3E5DA-ECF1-204A-8AA3-73CBA95D4717}" type="datetime1">
              <a:rPr lang="en-US" smtClean="0"/>
              <a:t>1/26/2026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484012F8-ED35-0F63-8DE7-710D4BAE6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C843B84-F4D4-5885-41B0-A00A5B8A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81139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8361456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38963"/>
            <a:ext cx="11577637" cy="2067706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3753" y="3428999"/>
            <a:ext cx="5902247" cy="3243263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82870" y="3429000"/>
            <a:ext cx="5504329" cy="24877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A97BB8-9D2B-B765-67A2-F375E932A0CD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89168F66-57A4-2D0F-E53B-BF3F2037A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80378EDC-E105-9008-A46C-719F069E4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5066296E-2CE1-8E44-98F3-93DA6FDD03EC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023A897-0246-DF93-A566-0345EC2A5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36817F-0789-B694-C369-2684D1BE6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2870" y="6361755"/>
            <a:ext cx="33767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E57CF3-9FC4-CECD-A2EE-CC4461ED7DA0}"/>
              </a:ext>
            </a:extLst>
          </p:cNvPr>
          <p:cNvCxnSpPr>
            <a:cxnSpLocks/>
          </p:cNvCxnSpPr>
          <p:nvPr userDrawn="1"/>
        </p:nvCxnSpPr>
        <p:spPr>
          <a:xfrm>
            <a:off x="6382870" y="6057900"/>
            <a:ext cx="549956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4164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25213"/>
            <a:ext cx="11577637" cy="1170673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4" y="2421239"/>
            <a:ext cx="3986212" cy="4251024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76376" y="2421239"/>
            <a:ext cx="7410824" cy="345118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0C3EDF-37FD-991C-3A97-17D916CB1243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36E6B23D-4CD2-F786-D281-BA03547B6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22533-82DE-A568-59E6-6F3F0F9F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11950A43-2EFD-8B41-BA59-D4881CF4F56E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1980A62-111E-4AF6-7D8A-644F44A39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6524A0-9415-E816-E5EA-564A4D4D7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376" y="6361755"/>
            <a:ext cx="33767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A7CCA0-90CD-0B5F-EC19-BCD9177C6BD7}"/>
              </a:ext>
            </a:extLst>
          </p:cNvPr>
          <p:cNvCxnSpPr>
            <a:cxnSpLocks/>
          </p:cNvCxnSpPr>
          <p:nvPr userDrawn="1"/>
        </p:nvCxnSpPr>
        <p:spPr>
          <a:xfrm>
            <a:off x="4476376" y="6057900"/>
            <a:ext cx="740606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0889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Original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6665C56-4E6F-F189-7EE2-C8811D78EEFA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F2121B-5E39-34FB-8A29-2F16927A74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t="7832" b="7832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2"/>
            </a:solidFill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FEE219-145A-2156-4185-BD078F0FB934}"/>
                </a:ext>
              </a:extLst>
            </p:cNvPr>
            <p:cNvSpPr/>
            <p:nvPr userDrawn="1"/>
          </p:nvSpPr>
          <p:spPr>
            <a:xfrm>
              <a:off x="0" y="-1"/>
              <a:ext cx="9486900" cy="6858000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alpha val="67921"/>
                  </a:schemeClr>
                </a:gs>
                <a:gs pos="33000">
                  <a:schemeClr val="tx2">
                    <a:alpha val="34646"/>
                  </a:schemeClr>
                </a:gs>
                <a:gs pos="99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FC0EE3-DAA3-2992-7426-16491E9A3EE3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98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13DA752-D5BD-4279-BD83-501DD27ABF98}"/>
                </a:ext>
              </a:extLst>
            </p:cNvPr>
            <p:cNvSpPr/>
            <p:nvPr userDrawn="1"/>
          </p:nvSpPr>
          <p:spPr>
            <a:xfrm rot="10800000">
              <a:off x="5556069" y="0"/>
              <a:ext cx="6635931" cy="6858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42311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4C11E1-F029-55DF-3FEA-DA213C15D8D1}"/>
                </a:ext>
              </a:extLst>
            </p:cNvPr>
            <p:cNvSpPr/>
            <p:nvPr userDrawn="1"/>
          </p:nvSpPr>
          <p:spPr>
            <a:xfrm rot="10800000"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98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9648" y="3429000"/>
            <a:ext cx="5295899" cy="26397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2949" y="3429000"/>
            <a:ext cx="5295900" cy="26397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E4C402-2ABE-FBFF-7C0C-17C90642B798}"/>
              </a:ext>
            </a:extLst>
          </p:cNvPr>
          <p:cNvCxnSpPr>
            <a:cxnSpLocks/>
          </p:cNvCxnSpPr>
          <p:nvPr userDrawn="1"/>
        </p:nvCxnSpPr>
        <p:spPr>
          <a:xfrm>
            <a:off x="299057" y="3429000"/>
            <a:ext cx="0" cy="26289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7">
            <a:extLst>
              <a:ext uri="{FF2B5EF4-FFF2-40B4-BE49-F238E27FC236}">
                <a16:creationId xmlns:a16="http://schemas.microsoft.com/office/drawing/2014/main" id="{5A9151C5-84C7-3591-11A3-28332F40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1166067"/>
            <a:ext cx="9482127" cy="1834757"/>
          </a:xfrm>
        </p:spPr>
        <p:txBody>
          <a:bodyPr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CAD6A6-74D6-AEFB-F773-B4D7415FBD6C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E2EE6895-342B-1F1A-67B4-91C076CE5A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6378C7-C097-5CA8-90F7-7AA90F152540}"/>
              </a:ext>
            </a:extLst>
          </p:cNvPr>
          <p:cNvCxnSpPr>
            <a:cxnSpLocks/>
          </p:cNvCxnSpPr>
          <p:nvPr userDrawn="1"/>
        </p:nvCxnSpPr>
        <p:spPr>
          <a:xfrm>
            <a:off x="6096353" y="3429000"/>
            <a:ext cx="0" cy="26289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3EF9FC8-BD44-099A-DEA1-E6241C73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8EABC397-374F-F24C-981F-1CA5AC2CFDE8}" type="datetime1">
              <a:rPr lang="en-US" smtClean="0"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056DF33-43F0-4E5F-106E-7581A2994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A683C1-FA72-DCFE-6E76-F9645A08E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6361755"/>
            <a:ext cx="33767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4320733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Original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6665C56-4E6F-F189-7EE2-C8811D78EEFA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F2121B-5E39-34FB-8A29-2F16927A74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7832" b="7832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2"/>
            </a:solidFill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FEE219-145A-2156-4185-BD078F0FB934}"/>
                </a:ext>
              </a:extLst>
            </p:cNvPr>
            <p:cNvSpPr/>
            <p:nvPr userDrawn="1"/>
          </p:nvSpPr>
          <p:spPr>
            <a:xfrm>
              <a:off x="0" y="-1"/>
              <a:ext cx="9486900" cy="6858000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alpha val="67921"/>
                  </a:schemeClr>
                </a:gs>
                <a:gs pos="33000">
                  <a:schemeClr val="tx2">
                    <a:alpha val="34646"/>
                  </a:schemeClr>
                </a:gs>
                <a:gs pos="99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FC0EE3-DAA3-2992-7426-16491E9A3EE3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98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13DA752-D5BD-4279-BD83-501DD27ABF98}"/>
                </a:ext>
              </a:extLst>
            </p:cNvPr>
            <p:cNvSpPr/>
            <p:nvPr userDrawn="1"/>
          </p:nvSpPr>
          <p:spPr>
            <a:xfrm rot="10800000">
              <a:off x="5556069" y="0"/>
              <a:ext cx="6635931" cy="6858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42311"/>
                  </a:schemeClr>
                </a:gs>
                <a:gs pos="99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4C11E1-F029-55DF-3FEA-DA213C15D8D1}"/>
                </a:ext>
              </a:extLst>
            </p:cNvPr>
            <p:cNvSpPr/>
            <p:nvPr userDrawn="1"/>
          </p:nvSpPr>
          <p:spPr>
            <a:xfrm rot="10800000"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98000">
                  <a:schemeClr val="tx2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9648" y="3429000"/>
            <a:ext cx="5295899" cy="26397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2949" y="3429000"/>
            <a:ext cx="5295900" cy="26397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E4C402-2ABE-FBFF-7C0C-17C90642B798}"/>
              </a:ext>
            </a:extLst>
          </p:cNvPr>
          <p:cNvCxnSpPr>
            <a:cxnSpLocks/>
          </p:cNvCxnSpPr>
          <p:nvPr userDrawn="1"/>
        </p:nvCxnSpPr>
        <p:spPr>
          <a:xfrm>
            <a:off x="299057" y="3429000"/>
            <a:ext cx="0" cy="26289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7">
            <a:extLst>
              <a:ext uri="{FF2B5EF4-FFF2-40B4-BE49-F238E27FC236}">
                <a16:creationId xmlns:a16="http://schemas.microsoft.com/office/drawing/2014/main" id="{5A9151C5-84C7-3591-11A3-28332F40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1166067"/>
            <a:ext cx="9482127" cy="1834757"/>
          </a:xfrm>
        </p:spPr>
        <p:txBody>
          <a:bodyPr/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CAD6A6-74D6-AEFB-F773-B4D7415FBD6C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E2EE6895-342B-1F1A-67B4-91C076CE5A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6378C7-C097-5CA8-90F7-7AA90F152540}"/>
              </a:ext>
            </a:extLst>
          </p:cNvPr>
          <p:cNvCxnSpPr>
            <a:cxnSpLocks/>
          </p:cNvCxnSpPr>
          <p:nvPr userDrawn="1"/>
        </p:nvCxnSpPr>
        <p:spPr>
          <a:xfrm>
            <a:off x="6096353" y="3429000"/>
            <a:ext cx="0" cy="262890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93EF9FC8-BD44-099A-DEA1-E6241C73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8EABC397-374F-F24C-981F-1CA5AC2CFDE8}" type="datetime1">
              <a:rPr lang="en-US" smtClean="0"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056DF33-43F0-4E5F-106E-7581A2994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A683C1-FA72-DCFE-6E76-F9645A08E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6361755"/>
            <a:ext cx="3376706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4320733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CF04C5-32E7-9383-9EE9-EAF5608F4C8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A44A8D2-C7B5-107C-786E-1B4D144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66068"/>
            <a:ext cx="5316141" cy="1079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806" y="2245569"/>
            <a:ext cx="529589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805" y="2897989"/>
            <a:ext cx="5295899" cy="3668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3" y="2245568"/>
            <a:ext cx="529589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1" y="2897989"/>
            <a:ext cx="5295899" cy="36684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9C64EE-377B-E3AD-5160-011B722FAAD2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54925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4FB80F5A-1B1A-8AD6-0A58-5049CB2956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919" y="185736"/>
            <a:ext cx="1924049" cy="66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703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76837"/>
            <a:ext cx="9453562" cy="1325563"/>
          </a:xfr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4A617848-C0DC-3EA3-B487-A4B906DBE22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24F3E1B-F5FF-6DE6-D334-A7E29190EB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7802" y="362299"/>
            <a:ext cx="1062037" cy="106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363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6495061A-F29B-44DD-66A9-DBC60DA44A96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18A182-8034-A794-CE7D-1473542CD8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7802" y="362299"/>
            <a:ext cx="1062037" cy="106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681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72376"/>
            <a:ext cx="3698081" cy="105516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8585" y="1200150"/>
            <a:ext cx="6442108" cy="49720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453E2C-BED5-30B2-DC13-A2B0810D2F68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54D6D8B4-1343-10FC-3682-29E373CD923A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D1BA496-93AA-E0D8-4BAB-98431BFB5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9563" y="2730983"/>
            <a:ext cx="3698082" cy="3623578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11218AD-9501-DCD6-77C2-E4E184647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563" y="304800"/>
            <a:ext cx="586591" cy="58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422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Origin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75125" y="1143000"/>
            <a:ext cx="7707312" cy="5414925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BF09DE-A1BF-99C0-C198-B4DACD1C497B}"/>
              </a:ext>
            </a:extLst>
          </p:cNvPr>
          <p:cNvCxnSpPr>
            <a:cxnSpLocks/>
          </p:cNvCxnSpPr>
          <p:nvPr userDrawn="1"/>
        </p:nvCxnSpPr>
        <p:spPr>
          <a:xfrm>
            <a:off x="309563" y="985572"/>
            <a:ext cx="1157763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D9A9A378-5D05-5717-F3D0-003C5BF5A9A6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192882 w 12192000"/>
              <a:gd name="connsiteY0" fmla="*/ 187326 h 6858000"/>
              <a:gd name="connsiteX1" fmla="*/ 192882 w 12192000"/>
              <a:gd name="connsiteY1" fmla="*/ 6670675 h 6858000"/>
              <a:gd name="connsiteX2" fmla="*/ 11999118 w 12192000"/>
              <a:gd name="connsiteY2" fmla="*/ 6670675 h 6858000"/>
              <a:gd name="connsiteX3" fmla="*/ 11999118 w 12192000"/>
              <a:gd name="connsiteY3" fmla="*/ 18732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92882" y="187326"/>
                </a:moveTo>
                <a:lnTo>
                  <a:pt x="192882" y="6670675"/>
                </a:lnTo>
                <a:lnTo>
                  <a:pt x="11999118" y="6670675"/>
                </a:lnTo>
                <a:lnTo>
                  <a:pt x="11999118" y="18732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5152452-99FF-6C42-1B99-FE762A66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172376"/>
            <a:ext cx="3698081" cy="105516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6B24D43-C480-8993-D483-9E1F8C7E8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9563" y="2730983"/>
            <a:ext cx="3698082" cy="3623578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9948C40-1FA8-87E7-0EA8-F8525A7E60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563" y="304800"/>
            <a:ext cx="586591" cy="58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233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4" y="571500"/>
            <a:ext cx="7366000" cy="2409444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9563" y="3429002"/>
            <a:ext cx="11577636" cy="2436362"/>
          </a:xfrm>
        </p:spPr>
        <p:txBody>
          <a:bodyPr/>
          <a:lstStyle>
            <a:lvl1pPr marL="0" indent="0">
              <a:buNone/>
              <a:defRPr/>
            </a:lvl1pPr>
            <a:lvl2pPr marL="117475" indent="-109538">
              <a:buFont typeface="Arial" panose="020B0604020202020204" pitchFamily="34" charset="0"/>
              <a:buChar char="•"/>
              <a:tabLst/>
              <a:defRPr/>
            </a:lvl2pPr>
            <a:lvl3pPr marL="236538" indent="-109538">
              <a:buFont typeface="Arial" panose="020B0604020202020204" pitchFamily="34" charset="0"/>
              <a:buChar char="•"/>
              <a:tabLst/>
              <a:defRPr/>
            </a:lvl3pPr>
            <a:lvl4pPr marL="236538" indent="-109538">
              <a:buFont typeface="Arial" panose="020B0604020202020204" pitchFamily="34" charset="0"/>
              <a:buChar char="•"/>
              <a:tabLst/>
              <a:defRPr/>
            </a:lvl4pPr>
            <a:lvl5pPr marL="236538" indent="-109538">
              <a:buFont typeface="Arial" panose="020B0604020202020204" pitchFamily="34" charset="0"/>
              <a:buChar char="•"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60038DA-FA73-8E58-0FC3-F5ABE94D9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C44A81-6EA6-50EC-78E8-5A9BE9B717E0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5BB5D6CF-3DD8-E2B6-239F-A948B1E95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431733C9-24F2-EB7F-912A-1CD9DE342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DC3051B-34E1-CFF3-7A96-B12DBFD9D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4510017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154597"/>
            <a:ext cx="5078529" cy="254880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8082A1-B54D-5676-24F5-E642831E54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154597"/>
            <a:ext cx="5524500" cy="254880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236538" indent="-228600"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</a:defRPr>
            </a:lvl2pPr>
            <a:lvl3pPr marL="236538" indent="-228600"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3pPr>
            <a:lvl4pPr marL="236538" indent="-228600"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</a:defRPr>
            </a:lvl4pPr>
            <a:lvl5pPr marL="236538" indent="-228600"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451967-40D1-4A4B-51B0-C043DBD19F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563" y="304800"/>
            <a:ext cx="586591" cy="5865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7EB935-6EC8-7B93-2786-2F3D5416B906}"/>
              </a:ext>
            </a:extLst>
          </p:cNvPr>
          <p:cNvCxnSpPr>
            <a:cxnSpLocks/>
          </p:cNvCxnSpPr>
          <p:nvPr userDrawn="1"/>
        </p:nvCxnSpPr>
        <p:spPr>
          <a:xfrm>
            <a:off x="309563" y="1110996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96C02A-463D-C1AF-DB1B-FC93BFDB9D23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11A1DDA-BE2B-D0AE-F62B-50BD18AC7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A5E2A31B-06B2-3A43-93C3-80E32CD5FC4D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504DE1F-A101-D6D4-FCFB-5B2B49147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2BD5C67-8A32-B3A7-21CB-FE4AE429A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2867276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444438"/>
            <a:ext cx="8283870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690" y="3593130"/>
            <a:ext cx="8283743" cy="184202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6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419862-0548-4F94-CBDC-6FADB895B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D400A5-ACAF-DF11-EF70-A9719027A343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C9C0E39A-56D7-BBB7-5886-06F9FE578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7E97647-2E30-33D1-9AEF-EEF95E10D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820B6AB-E787-5413-1D8B-38691B220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8114746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1444438"/>
            <a:ext cx="8283870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690" y="3593130"/>
            <a:ext cx="8283743" cy="184202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7938" indent="0">
              <a:buNone/>
              <a:tabLst/>
              <a:defRPr sz="2000">
                <a:solidFill>
                  <a:schemeClr val="bg1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bg1"/>
                </a:solidFill>
              </a:defRPr>
            </a:lvl3pPr>
            <a:lvl4pPr marL="7938" indent="0">
              <a:buNone/>
              <a:tabLst/>
              <a:defRPr sz="1600">
                <a:solidFill>
                  <a:schemeClr val="bg1"/>
                </a:solidFill>
              </a:defRPr>
            </a:lvl4pPr>
            <a:lvl5pPr marL="7938" indent="0">
              <a:buNone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E8B1E9-5D22-84CF-3CEE-7286D114F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FC28DA-6DD2-4BAB-BC0E-CE555D1E8981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52104-B310-F202-5E82-C2BF747CC8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A5E2A31B-06B2-3A43-93C3-80E32CD5FC4D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FB068E8-7968-77DA-A3E0-DF5704F6B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6D237CF-A028-C68F-A705-38CE9996C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5312767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4653547"/>
            <a:ext cx="5396294" cy="1404353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A91E99E-6B8D-7D90-0BEE-C39226FFCC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8913" y="194490"/>
            <a:ext cx="11806236" cy="4277498"/>
          </a:xfrm>
          <a:solidFill>
            <a:schemeClr val="tx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59C69D-3646-6F3B-AE3B-8FF35016CA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4094" y="4653547"/>
            <a:ext cx="5803106" cy="140435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7938" indent="0">
              <a:buNone/>
              <a:tabLst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6C2495-7A29-6AE4-A1BF-4A81FEA0FA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B97C31-BE9A-4592-CED1-F90F61B72FDF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9E3B7-69F5-3C4D-0B35-67B8857AD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948B1-C45B-72C4-1F38-7B8F10C18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9A0057A-AFB4-D21D-CDD1-8150BE904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0815848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6EEC1C82-00D2-4C51-87CD-8FBE84757B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038" r="26961" b="14948"/>
          <a:stretch>
            <a:fillRect/>
          </a:stretch>
        </p:blipFill>
        <p:spPr>
          <a:xfrm>
            <a:off x="5032112" y="0"/>
            <a:ext cx="7154232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DF7133-7BA1-39D7-136B-626ABCCCBB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DA7054-A3FE-F0C1-E5F4-DAE052D7D369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522313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CDCE1FA-F51E-C6A9-CF0E-E18AA7518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590B0AB7-A3D5-A5C9-8105-03D7BBC59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20AF0F4-D1D4-125C-856E-A7662DE4F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7DDA704-46E5-5B86-A807-0A5F6D153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4712589"/>
            <a:ext cx="7691437" cy="1267581"/>
          </a:xfrm>
        </p:spPr>
        <p:txBody>
          <a:bodyPr>
            <a:noAutofit/>
          </a:bodyPr>
          <a:lstStyle>
            <a:lvl1pPr algn="l">
              <a:lnSpc>
                <a:spcPct val="110000"/>
              </a:lnSpc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E63340F0-DC8A-3A72-DBAB-F42E83EE4BB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276804"/>
            <a:ext cx="7696200" cy="4206240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161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5396168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68FA8F-24DF-1DE4-BDDC-CED2CBBA3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038" r="26961" b="14948"/>
          <a:stretch>
            <a:fillRect/>
          </a:stretch>
        </p:blipFill>
        <p:spPr>
          <a:xfrm>
            <a:off x="5032112" y="0"/>
            <a:ext cx="71542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4712589"/>
            <a:ext cx="7691437" cy="1267581"/>
          </a:xfrm>
        </p:spPr>
        <p:txBody>
          <a:bodyPr>
            <a:noAutofit/>
          </a:bodyPr>
          <a:lstStyle>
            <a:lvl1pPr algn="l">
              <a:lnSpc>
                <a:spcPct val="110000"/>
              </a:lnSpc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276804"/>
            <a:ext cx="7696200" cy="4206240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161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7F0728D-E8B9-A542-F7F8-B0241DE5E9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701A2-5672-0B8F-9732-141641E0B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CDF9E7F-14BD-02CE-25F4-591E17FF4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80C10A1-C297-926D-9EF7-EB2EF83D9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82470-89D1-A7F2-A7DA-502E340FFFAB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522313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8330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D8AC5C8-604A-0910-0AB1-25EBEEB530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038" r="26961" b="14948"/>
          <a:stretch>
            <a:fillRect/>
          </a:stretch>
        </p:blipFill>
        <p:spPr>
          <a:xfrm>
            <a:off x="5032112" y="0"/>
            <a:ext cx="7154232" cy="6858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BAF55AF-57A8-428A-2EDB-DC9FAB3FA9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ADB4239B-0E40-806E-7740-9F28A3C36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A5E2A31B-06B2-3A43-93C3-80E32CD5FC4D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1F0F542-C518-9A1B-49BE-A36FE5D94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0084384-E941-A74B-7E07-15A5DB969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A1602F5-6560-ADF3-6276-4C743414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2" y="4712589"/>
            <a:ext cx="7691437" cy="1267581"/>
          </a:xfrm>
        </p:spPr>
        <p:txBody>
          <a:bodyPr>
            <a:noAutofit/>
          </a:bodyPr>
          <a:lstStyle>
            <a:lvl1pPr algn="l">
              <a:lnSpc>
                <a:spcPct val="110000"/>
              </a:lnSpc>
              <a:defRPr sz="20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87090AC1-C828-DB58-2D9A-F5A64C3FD7D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276804"/>
            <a:ext cx="7696200" cy="4206240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161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3E6535-732D-C1DA-48FE-2D262B8DCF85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5223136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004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9F28B1-81A6-64F2-C8B7-DD5DD6BE6C56}"/>
              </a:ext>
            </a:extLst>
          </p:cNvPr>
          <p:cNvSpPr/>
          <p:nvPr userDrawn="1"/>
        </p:nvSpPr>
        <p:spPr>
          <a:xfrm>
            <a:off x="188912" y="185737"/>
            <a:ext cx="11806237" cy="58721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304799"/>
            <a:ext cx="11582400" cy="5644587"/>
          </a:xfrm>
        </p:spPr>
        <p:txBody>
          <a:bodyPr lIns="182880" tIns="182880" rIns="182880" bIns="182880" anchor="ctr">
            <a:norm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sz="2800" b="0">
                <a:solidFill>
                  <a:schemeClr val="bg1"/>
                </a:solidFill>
              </a:defRPr>
            </a:lvl1pPr>
            <a:lvl2pPr marL="7938" indent="-7938" algn="ctr">
              <a:lnSpc>
                <a:spcPct val="100000"/>
              </a:lnSpc>
              <a:buNone/>
              <a:tabLst/>
              <a:defRPr sz="2400" b="0">
                <a:solidFill>
                  <a:schemeClr val="bg1"/>
                </a:solidFill>
              </a:defRPr>
            </a:lvl2pPr>
            <a:lvl3pPr marL="7938" indent="-7938" algn="ctr">
              <a:lnSpc>
                <a:spcPct val="100000"/>
              </a:lnSpc>
              <a:buNone/>
              <a:tabLst/>
              <a:defRPr sz="2000" b="0">
                <a:solidFill>
                  <a:schemeClr val="bg1"/>
                </a:solidFill>
              </a:defRPr>
            </a:lvl3pPr>
            <a:lvl4pPr marL="7938" indent="-7938" algn="ctr">
              <a:lnSpc>
                <a:spcPct val="100000"/>
              </a:lnSpc>
              <a:buNone/>
              <a:tabLst/>
              <a:defRPr sz="1800" b="0">
                <a:solidFill>
                  <a:schemeClr val="bg1"/>
                </a:solidFill>
              </a:defRPr>
            </a:lvl4pPr>
            <a:lvl5pPr marL="7938" indent="-7938" algn="ctr">
              <a:lnSpc>
                <a:spcPct val="100000"/>
              </a:lnSpc>
              <a:buNone/>
              <a:tabLst/>
              <a:defRPr sz="16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36E8F1-7A16-AB92-4F3F-3347A7C2E7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A20E323-A5E5-25F6-9DD8-C4025114A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B25D9E51-6639-7E82-47B2-48B06C420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06EAE6E-081A-3028-4E1B-7F4D0E511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7042833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1046B9A-B534-B448-432E-0FA48A2B4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2CC53B-37BA-C0D1-ADA3-5684709F7A3D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6FA66-D524-B1E5-971E-6F10CBEE9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D3C0CDD2-9EE0-6922-1AE8-A01FDE9B2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5EE3B3-745E-81A8-825B-C57FE0B26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A4183-4C96-3600-E0C0-198CF0671904}"/>
              </a:ext>
            </a:extLst>
          </p:cNvPr>
          <p:cNvSpPr/>
          <p:nvPr userDrawn="1"/>
        </p:nvSpPr>
        <p:spPr>
          <a:xfrm>
            <a:off x="188912" y="185738"/>
            <a:ext cx="11806237" cy="56445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6170C2FA-3062-A8FD-5553-B50F4A0764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304799"/>
            <a:ext cx="11582400" cy="5413095"/>
          </a:xfrm>
        </p:spPr>
        <p:txBody>
          <a:bodyPr lIns="182880" tIns="182880" rIns="182880" bIns="182880" anchor="ctr">
            <a:norm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sz="2800" b="0">
                <a:solidFill>
                  <a:schemeClr val="tx2"/>
                </a:solidFill>
              </a:defRPr>
            </a:lvl1pPr>
            <a:lvl2pPr marL="7938" indent="-7938" algn="ctr">
              <a:lnSpc>
                <a:spcPct val="100000"/>
              </a:lnSpc>
              <a:buNone/>
              <a:tabLst/>
              <a:defRPr sz="2400" b="0">
                <a:solidFill>
                  <a:schemeClr val="tx2"/>
                </a:solidFill>
              </a:defRPr>
            </a:lvl2pPr>
            <a:lvl3pPr marL="7938" indent="-7938" algn="ctr">
              <a:lnSpc>
                <a:spcPct val="100000"/>
              </a:lnSpc>
              <a:buNone/>
              <a:tabLst/>
              <a:defRPr sz="2000" b="0">
                <a:solidFill>
                  <a:schemeClr val="tx2"/>
                </a:solidFill>
              </a:defRPr>
            </a:lvl3pPr>
            <a:lvl4pPr marL="7938" indent="-7938" algn="ctr">
              <a:lnSpc>
                <a:spcPct val="100000"/>
              </a:lnSpc>
              <a:buNone/>
              <a:tabLst/>
              <a:defRPr sz="1800" b="0">
                <a:solidFill>
                  <a:schemeClr val="tx2"/>
                </a:solidFill>
              </a:defRPr>
            </a:lvl4pPr>
            <a:lvl5pPr marL="7938" indent="-7938" algn="ctr">
              <a:lnSpc>
                <a:spcPct val="100000"/>
              </a:lnSpc>
              <a:buNone/>
              <a:tabLst/>
              <a:defRPr sz="16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1670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5D036-65F3-B654-7512-5CCE9CD069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ED3432-A7FF-9771-BDB5-A7A77148280A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C9CA0-BEC0-ABC4-5CBB-7CBDD2B8E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084CB20-9FE3-15CA-1ECF-ABC571FD8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ABB775-134B-1238-E5D3-271EEA567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7CB20991-590D-81CB-C4AE-40C67D6681C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304799"/>
            <a:ext cx="11582400" cy="5413095"/>
          </a:xfrm>
        </p:spPr>
        <p:txBody>
          <a:bodyPr lIns="182880" tIns="182880" rIns="182880" bIns="182880" anchor="ctr">
            <a:normAutofit/>
          </a:bodyPr>
          <a:lstStyle>
            <a:lvl1pPr marL="7938" indent="-7938" algn="ctr">
              <a:lnSpc>
                <a:spcPct val="100000"/>
              </a:lnSpc>
              <a:buNone/>
              <a:tabLst/>
              <a:defRPr sz="2800" b="0">
                <a:solidFill>
                  <a:schemeClr val="tx2"/>
                </a:solidFill>
              </a:defRPr>
            </a:lvl1pPr>
            <a:lvl2pPr marL="7938" indent="-7938" algn="ctr">
              <a:lnSpc>
                <a:spcPct val="100000"/>
              </a:lnSpc>
              <a:buNone/>
              <a:tabLst/>
              <a:defRPr sz="2400" b="0">
                <a:solidFill>
                  <a:schemeClr val="tx2"/>
                </a:solidFill>
              </a:defRPr>
            </a:lvl2pPr>
            <a:lvl3pPr marL="7938" indent="-7938" algn="ctr">
              <a:lnSpc>
                <a:spcPct val="100000"/>
              </a:lnSpc>
              <a:buNone/>
              <a:tabLst/>
              <a:defRPr sz="2000" b="0">
                <a:solidFill>
                  <a:schemeClr val="tx2"/>
                </a:solidFill>
              </a:defRPr>
            </a:lvl3pPr>
            <a:lvl4pPr marL="7938" indent="-7938" algn="ctr">
              <a:lnSpc>
                <a:spcPct val="100000"/>
              </a:lnSpc>
              <a:buNone/>
              <a:tabLst/>
              <a:defRPr sz="1800" b="0">
                <a:solidFill>
                  <a:schemeClr val="tx2"/>
                </a:solidFill>
              </a:defRPr>
            </a:lvl4pPr>
            <a:lvl5pPr marL="7938" indent="-7938" algn="ctr">
              <a:lnSpc>
                <a:spcPct val="100000"/>
              </a:lnSpc>
              <a:buNone/>
              <a:tabLst/>
              <a:defRPr sz="16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77448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3B3E4A5-2A4D-5A7E-9469-C2F45C6F060A}"/>
              </a:ext>
            </a:extLst>
          </p:cNvPr>
          <p:cNvSpPr/>
          <p:nvPr userDrawn="1"/>
        </p:nvSpPr>
        <p:spPr>
          <a:xfrm>
            <a:off x="188912" y="185738"/>
            <a:ext cx="11806237" cy="3444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81" y="3895980"/>
            <a:ext cx="11203501" cy="1377105"/>
          </a:xfrm>
        </p:spPr>
        <p:txBody>
          <a:bodyPr anchor="t" anchorCtr="0">
            <a:noAutofit/>
          </a:bodyPr>
          <a:lstStyle>
            <a:lvl1pPr>
              <a:lnSpc>
                <a:spcPct val="120000"/>
              </a:lnSpc>
              <a:defRPr sz="18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5781" y="389964"/>
            <a:ext cx="11203501" cy="2962077"/>
          </a:xfrm>
        </p:spPr>
        <p:txBody>
          <a:bodyPr anchor="b" anchorCtr="0">
            <a:noAutofit/>
          </a:bodyPr>
          <a:lstStyle>
            <a:lvl1pPr marL="164592" indent="-164592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763" indent="0">
              <a:buNone/>
              <a:tabLst/>
              <a:defRPr/>
            </a:lvl2pPr>
          </a:lstStyle>
          <a:p>
            <a:pPr lvl="0"/>
            <a:r>
              <a:rPr lang="en-US"/>
              <a:t>Click to edit Quote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1397B0-515B-F0EB-7EB1-BECBA7E1B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9C0DDD-5B5C-CC56-83B7-D0F6CBF77FCA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CA1DD-B825-30AC-295C-E5A211B87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C666948-41DC-B8B3-85C2-FF771E031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47C5B5F-28A0-96FD-95D7-CC77B9D1B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29472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4757197"/>
            <a:ext cx="11582400" cy="648521"/>
          </a:xfrm>
        </p:spPr>
        <p:txBody>
          <a:bodyPr anchor="b" anchorCtr="0">
            <a:noAutofit/>
          </a:bodyPr>
          <a:lstStyle>
            <a:lvl1pPr algn="ctr">
              <a:lnSpc>
                <a:spcPct val="120000"/>
              </a:lnSpc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4800" y="304799"/>
            <a:ext cx="11582400" cy="4259871"/>
          </a:xfrm>
        </p:spPr>
        <p:txBody>
          <a:bodyPr anchor="ctr">
            <a:noAutofit/>
          </a:bodyPr>
          <a:lstStyle>
            <a:lvl1pPr marL="164592" indent="-164592" algn="ctr">
              <a:lnSpc>
                <a:spcPct val="120000"/>
              </a:lnSpc>
              <a:spcBef>
                <a:spcPts val="0"/>
              </a:spcBef>
              <a:buNone/>
              <a:defRPr sz="2400">
                <a:latin typeface="+mj-lt"/>
              </a:defRPr>
            </a:lvl1pPr>
            <a:lvl2pPr marL="4763" indent="0">
              <a:buNone/>
              <a:tabLst/>
              <a:defRPr/>
            </a:lvl2pPr>
          </a:lstStyle>
          <a:p>
            <a:pPr lvl="0"/>
            <a:r>
              <a:rPr lang="en-US"/>
              <a:t>Click to edit Quote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553D716-503D-3275-6520-4DF84DBD81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625626-C465-F292-7EA2-A8DD6A537EC8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31E95B6-5284-6D24-D2CE-8FE31A012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A5E2A31B-06B2-3A43-93C3-80E32CD5FC4D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932E0D2-89FC-33AF-813A-574C21447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AD9443D-0D8C-3775-C207-6379EBCC47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3013320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5E7111-8C9F-B9C6-D91E-B5826F9136DA}"/>
              </a:ext>
            </a:extLst>
          </p:cNvPr>
          <p:cNvSpPr/>
          <p:nvPr userDrawn="1"/>
        </p:nvSpPr>
        <p:spPr>
          <a:xfrm>
            <a:off x="188913" y="185737"/>
            <a:ext cx="5907087" cy="5679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8035" y="3690986"/>
            <a:ext cx="5414401" cy="2161572"/>
          </a:xfrm>
        </p:spPr>
        <p:txBody>
          <a:bodyPr anchor="b" anchorCtr="0">
            <a:noAutofit/>
          </a:bodyPr>
          <a:lstStyle>
            <a:lvl1pPr algn="l">
              <a:lnSpc>
                <a:spcPct val="120000"/>
              </a:lnSpc>
              <a:defRPr sz="18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8421" y="349623"/>
            <a:ext cx="5536322" cy="5285343"/>
          </a:xfrm>
        </p:spPr>
        <p:txBody>
          <a:bodyPr lIns="182880" tIns="182880" rIns="182880" bIns="182880" anchor="ctr" anchorCtr="1">
            <a:noAutofit/>
          </a:bodyPr>
          <a:lstStyle>
            <a:lvl1pPr marL="164592" indent="-164592" algn="ctr">
              <a:lnSpc>
                <a:spcPct val="12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763" indent="0">
              <a:buNone/>
              <a:defRPr/>
            </a:lvl2pPr>
            <a:lvl3pPr marL="11113" indent="0">
              <a:buNone/>
              <a:tabLst/>
              <a:defRPr/>
            </a:lvl3pPr>
          </a:lstStyle>
          <a:p>
            <a:pPr lvl="0"/>
            <a:r>
              <a:rPr lang="en-US"/>
              <a:t>Click to edit Quote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343A9F3-1497-0E6D-025B-FCBED6130E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913" y="6250427"/>
            <a:ext cx="1212110" cy="4218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8C2D15-79EB-8BF4-0270-6F3F53F0DAF6}"/>
              </a:ext>
            </a:extLst>
          </p:cNvPr>
          <p:cNvCxnSpPr>
            <a:cxnSpLocks/>
          </p:cNvCxnSpPr>
          <p:nvPr userDrawn="1"/>
        </p:nvCxnSpPr>
        <p:spPr>
          <a:xfrm>
            <a:off x="309563" y="6057900"/>
            <a:ext cx="11577637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CBE98B1-0136-AC47-E3F7-409D6F3AE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A5E2A31B-06B2-3A43-93C3-80E32CD5FC4D}" type="datetime1">
              <a:rPr lang="en-US" smtClean="0"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2A8E474-EE5F-98D4-4E12-6C1F9F7E9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6AD8CC-6F11-EC44-A4FE-1E65B7B2F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3092549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F29623-8E3F-86C7-9701-0431EEA9F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76837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50FD4-42E8-F52E-5DC5-D13C1390C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563" y="1705807"/>
            <a:ext cx="10515600" cy="43513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22E489E-8BA9-57A4-D09B-48B3D22E6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5174" y="6361755"/>
            <a:ext cx="1346758" cy="201168"/>
          </a:xfrm>
          <a:prstGeom prst="rect">
            <a:avLst/>
          </a:prstGeom>
        </p:spPr>
        <p:txBody>
          <a:bodyPr lIns="0" anchor="ctr" anchorCtr="0"/>
          <a:lstStyle>
            <a:lvl1pPr algn="l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7651F742-F899-8840-A2EF-9096A13618E2}" type="datetime1">
              <a:rPr lang="en-US" smtClean="0"/>
              <a:t>1/26/2026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6152ADF-9263-8ECF-DCBF-EAB770A9A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1931" y="6361755"/>
            <a:ext cx="555269" cy="201168"/>
          </a:xfrm>
          <a:prstGeom prst="rect">
            <a:avLst/>
          </a:prstGeom>
        </p:spPr>
        <p:txBody>
          <a:bodyPr lIns="0" rIns="0" anchor="ctr" anchorCtr="0"/>
          <a:lstStyle>
            <a:lvl1pPr algn="r">
              <a:defRPr sz="1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fld id="{E32394A6-AED1-4B79-B4B6-933D748A7F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3BB99-59C1-FDE6-7B29-D3B87E794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09800" y="6361755"/>
            <a:ext cx="4114800" cy="2011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cap="all" spc="300" baseline="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INTELLIGENCE WOVEN IN.</a:t>
            </a:r>
          </a:p>
        </p:txBody>
      </p:sp>
    </p:spTree>
    <p:extLst>
      <p:ext uri="{BB962C8B-B14F-4D97-AF65-F5344CB8AC3E}">
        <p14:creationId xmlns:p14="http://schemas.microsoft.com/office/powerpoint/2010/main" val="13487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650" r:id="rId6"/>
    <p:sldLayoutId id="2147483651" r:id="rId7"/>
    <p:sldLayoutId id="2147483652" r:id="rId8"/>
    <p:sldLayoutId id="2147483653" r:id="rId9"/>
    <p:sldLayoutId id="2147483711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93" r:id="rId16"/>
    <p:sldLayoutId id="2147483718" r:id="rId17"/>
    <p:sldLayoutId id="2147483694" r:id="rId18"/>
    <p:sldLayoutId id="2147483660" r:id="rId19"/>
    <p:sldLayoutId id="2147483661" r:id="rId20"/>
    <p:sldLayoutId id="2147483662" r:id="rId21"/>
    <p:sldLayoutId id="2147483663" r:id="rId22"/>
    <p:sldLayoutId id="2147483664" r:id="rId23"/>
    <p:sldLayoutId id="2147483665" r:id="rId24"/>
    <p:sldLayoutId id="2147483666" r:id="rId25"/>
    <p:sldLayoutId id="2147483667" r:id="rId26"/>
    <p:sldLayoutId id="2147483668" r:id="rId27"/>
    <p:sldLayoutId id="2147483669" r:id="rId28"/>
    <p:sldLayoutId id="2147483670" r:id="rId29"/>
    <p:sldLayoutId id="2147483671" r:id="rId30"/>
    <p:sldLayoutId id="2147483672" r:id="rId31"/>
    <p:sldLayoutId id="2147483673" r:id="rId32"/>
    <p:sldLayoutId id="2147483674" r:id="rId33"/>
    <p:sldLayoutId id="2147483675" r:id="rId34"/>
    <p:sldLayoutId id="2147483676" r:id="rId35"/>
    <p:sldLayoutId id="2147483677" r:id="rId36"/>
    <p:sldLayoutId id="2147483680" r:id="rId37"/>
    <p:sldLayoutId id="2147483678" r:id="rId38"/>
    <p:sldLayoutId id="2147483679" r:id="rId39"/>
    <p:sldLayoutId id="2147483681" r:id="rId40"/>
    <p:sldLayoutId id="2147483682" r:id="rId41"/>
    <p:sldLayoutId id="2147483719" r:id="rId42"/>
    <p:sldLayoutId id="2147483683" r:id="rId43"/>
    <p:sldLayoutId id="2147483684" r:id="rId44"/>
    <p:sldLayoutId id="2147483685" r:id="rId45"/>
    <p:sldLayoutId id="2147483686" r:id="rId46"/>
    <p:sldLayoutId id="2147483687" r:id="rId47"/>
    <p:sldLayoutId id="2147483688" r:id="rId48"/>
    <p:sldLayoutId id="2147483689" r:id="rId49"/>
    <p:sldLayoutId id="2147483690" r:id="rId50"/>
    <p:sldLayoutId id="2147483691" r:id="rId51"/>
    <p:sldLayoutId id="2147483695" r:id="rId52"/>
    <p:sldLayoutId id="2147483692" r:id="rId53"/>
    <p:sldLayoutId id="2147483705" r:id="rId54"/>
    <p:sldLayoutId id="2147483706" r:id="rId55"/>
    <p:sldLayoutId id="2147483707" r:id="rId56"/>
    <p:sldLayoutId id="2147483699" r:id="rId57"/>
    <p:sldLayoutId id="2147483700" r:id="rId58"/>
    <p:sldLayoutId id="2147483701" r:id="rId59"/>
    <p:sldLayoutId id="2147483708" r:id="rId60"/>
    <p:sldLayoutId id="2147483709" r:id="rId61"/>
    <p:sldLayoutId id="2147483710" r:id="rId6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6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119063" indent="-11430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231775" indent="-112713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231775" indent="-112713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tabLst/>
        <a:defRPr sz="11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31775" indent="-112713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tabLst/>
        <a:defRPr sz="11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pos="192" userDrawn="1">
          <p15:clr>
            <a:srgbClr val="F26B43"/>
          </p15:clr>
        </p15:guide>
        <p15:guide id="5" pos="7488" userDrawn="1">
          <p15:clr>
            <a:srgbClr val="F26B43"/>
          </p15:clr>
        </p15:guide>
        <p15:guide id="6" orient="horz" pos="4131" userDrawn="1">
          <p15:clr>
            <a:srgbClr val="F26B43"/>
          </p15:clr>
        </p15:guide>
        <p15:guide id="7" pos="1392" userDrawn="1">
          <p15:clr>
            <a:srgbClr val="F26B43"/>
          </p15:clr>
        </p15:guide>
        <p15:guide id="8" pos="2640" userDrawn="1">
          <p15:clr>
            <a:srgbClr val="F26B43"/>
          </p15:clr>
        </p15:guide>
        <p15:guide id="9" pos="5040" userDrawn="1">
          <p15:clr>
            <a:srgbClr val="F26B43"/>
          </p15:clr>
        </p15:guide>
        <p15:guide id="10" pos="6288" userDrawn="1">
          <p15:clr>
            <a:srgbClr val="F26B43"/>
          </p15:clr>
        </p15:guide>
        <p15:guide id="11" pos="119" userDrawn="1">
          <p15:clr>
            <a:srgbClr val="FDE53C"/>
          </p15:clr>
        </p15:guide>
        <p15:guide id="12" pos="7556" userDrawn="1">
          <p15:clr>
            <a:srgbClr val="FDE53C"/>
          </p15:clr>
        </p15:guide>
        <p15:guide id="13" orient="horz" pos="119" userDrawn="1">
          <p15:clr>
            <a:srgbClr val="FDE53C"/>
          </p15:clr>
        </p15:guide>
        <p15:guide id="14" orient="horz" pos="4204" userDrawn="1">
          <p15:clr>
            <a:srgbClr val="FDE53C"/>
          </p15:clr>
        </p15:guide>
        <p15:guide id="15" orient="horz" pos="38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>
                <a:solidFill>
                  <a:srgbClr val="323130"/>
                </a:solidFill>
                <a:latin typeface="Segoe UI Semibold"/>
              </a:defRPr>
            </a:pPr>
            <a:r>
              <a:t>Zurn Elkay CI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05E5C"/>
                </a:solidFill>
                <a:latin typeface="Segoe UI"/>
              </a:defRPr>
            </a:pPr>
            <a:r>
              <a:t>AI-Powered Competitive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Segoe UI Semibold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  <a:latin typeface="Segoe UI"/>
              </a:defRPr>
            </a:pPr>
            <a:r>
              <a:t>• Multi-agent orchestration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  <a:latin typeface="Segoe UI"/>
              </a:defRPr>
            </a:pPr>
            <a:r>
              <a:t>• Real-time market monitoring</a:t>
            </a:r>
          </a:p>
          <a:p>
            <a:pPr>
              <a:spcAft>
                <a:spcPts val="1200"/>
              </a:spcAft>
              <a:defRPr sz="1800">
                <a:solidFill>
                  <a:srgbClr val="323130"/>
                </a:solidFill>
                <a:latin typeface="Segoe UI"/>
              </a:defRPr>
            </a:pPr>
            <a:r>
              <a:t>• Automated insight generation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Zava monochromatic1">
      <a:dk1>
        <a:srgbClr val="0A0C0C"/>
      </a:dk1>
      <a:lt1>
        <a:srgbClr val="FFFFFF"/>
      </a:lt1>
      <a:dk2>
        <a:srgbClr val="183D4C"/>
      </a:dk2>
      <a:lt2>
        <a:srgbClr val="EBEFF3"/>
      </a:lt2>
      <a:accent1>
        <a:srgbClr val="585751"/>
      </a:accent1>
      <a:accent2>
        <a:srgbClr val="3D7288"/>
      </a:accent2>
      <a:accent3>
        <a:srgbClr val="97CCE3"/>
      </a:accent3>
      <a:accent4>
        <a:srgbClr val="A6A49D"/>
      </a:accent4>
      <a:accent5>
        <a:srgbClr val="696E6F"/>
      </a:accent5>
      <a:accent6>
        <a:srgbClr val="BBD5E1"/>
      </a:accent6>
      <a:hlink>
        <a:srgbClr val="006F9E"/>
      </a:hlink>
      <a:folHlink>
        <a:srgbClr val="848C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D4A6A03340E24FAC1AE68380428E74" ma:contentTypeVersion="77" ma:contentTypeDescription="Create a new document." ma:contentTypeScope="" ma:versionID="c8867bb1196a6a8038e0f7e94e1aff6b">
  <xsd:schema xmlns:xsd="http://www.w3.org/2001/XMLSchema" xmlns:xs="http://www.w3.org/2001/XMLSchema" xmlns:p="http://schemas.microsoft.com/office/2006/metadata/properties" xmlns:ns1="http://schemas.microsoft.com/sharepoint/v3" xmlns:ns2="5e2db648-71e5-403d-bff8-dc10f4ef4f87" xmlns:ns3="d0de27d6-ed64-4365-b454-c85f97c82a09" targetNamespace="http://schemas.microsoft.com/office/2006/metadata/properties" ma:root="true" ma:fieldsID="fd09cec8c443dac6414c5973d31b9606" ns1:_="" ns2:_="" ns3:_="">
    <xsd:import namespace="http://schemas.microsoft.com/sharepoint/v3"/>
    <xsd:import namespace="5e2db648-71e5-403d-bff8-dc10f4ef4f87"/>
    <xsd:import namespace="d0de27d6-ed64-4365-b454-c85f97c82a09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ocTag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FolderDescription" minOccurs="0"/>
                <xsd:element ref="ns2:FolderOwner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Comments" minOccurs="0"/>
                <xsd:element ref="ns2:FileCategory" minOccurs="0"/>
                <xsd:element ref="ns2:OriginalModifiedBy" minOccurs="0"/>
                <xsd:element ref="ns2:OriginalModifiedBy0" minOccurs="0"/>
                <xsd:element ref="ns2:OriginalPath" minOccurs="0"/>
                <xsd:element ref="ns2:OriginallyModifiedBy" minOccurs="0"/>
                <xsd:element ref="ns2:Headline" minOccurs="0"/>
                <xsd:element ref="ns2:Description" minOccurs="0"/>
                <xsd:element ref="ns2:Header" minOccurs="0"/>
                <xsd:element ref="ns2:GATiming" minOccurs="0"/>
                <xsd:element ref="ns2:DeckRelease" minOccurs="0"/>
                <xsd:element ref="ns2:LinktoDeck" minOccurs="0"/>
                <xsd:element ref="ns2:PublicRMLink" minOccurs="0"/>
                <xsd:element ref="ns2:Figmalink" minOccurs="0"/>
                <xsd:element ref="ns2:Speclink" minOccurs="0"/>
                <xsd:element ref="ns2:PM" minOccurs="0"/>
                <xsd:element ref="ns2:Summary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2:Marketing_x0020_Moment" minOccurs="0"/>
                <xsd:element ref="ns2:Document_x0020_type" minOccurs="0"/>
                <xsd:element ref="ns2:Petereview" minOccurs="0"/>
                <xsd:element ref="ns2:John_x0020_Reviewed" minOccurs="0"/>
                <xsd:element ref="ns2:Product" minOccurs="0"/>
                <xsd:element ref="ns2:Reviewcomplete" minOccurs="0"/>
                <xsd:element ref="ns2:Product_x0020_name" minOccurs="0"/>
                <xsd:element ref="ns2:Customer" minOccurs="0"/>
                <xsd:element ref="ns2:Feedback_x0020_summary" minOccurs="0"/>
                <xsd:element ref="ns2:Feedback_x0020_Date" minOccurs="0"/>
                <xsd:element ref="ns2:product_x0020_name0" minOccurs="0"/>
                <xsd:element ref="ns2:summary_x0020_of_x0020_feedback" minOccurs="0"/>
                <xsd:element ref="ns2:Dateoffeedback" minOccurs="0"/>
                <xsd:element ref="ns2:Customername" minOccurs="0"/>
                <xsd:element ref="ns2:Availability" minOccurs="0"/>
                <xsd:element ref="ns2:Materialtype" minOccurs="0"/>
                <xsd:element ref="ns2:Location_x0028_state_x0029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db648-71e5-403d-bff8-dc10f4ef4f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13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FolderDescription" ma:index="25" nillable="true" ma:displayName="Description " ma:format="Dropdown" ma:internalName="FolderDescription">
      <xsd:simpleType>
        <xsd:restriction base="dms:Note">
          <xsd:maxLength value="255"/>
        </xsd:restriction>
      </xsd:simpleType>
    </xsd:element>
    <xsd:element name="FolderOwner" ma:index="26" nillable="true" ma:displayName="Folder Owner" ma:format="Dropdown" ma:internalName="FolderOwner">
      <xsd:simpleType>
        <xsd:restriction base="dms:Text">
          <xsd:maxLength value="255"/>
        </xsd:restriction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Text"/>
      </xsd:simpleType>
    </xsd:element>
    <xsd:element name="Comments" ma:index="30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FileCategory" ma:index="31" nillable="true" ma:displayName="File Category" ma:format="Dropdown" ma:internalName="FileCategory">
      <xsd:simpleType>
        <xsd:restriction base="dms:Choice">
          <xsd:enumeration value="Document"/>
          <xsd:enumeration value="Spreadsheet"/>
          <xsd:enumeration value="Deck"/>
          <xsd:enumeration value="Video/Recording"/>
          <xsd:enumeration value="Image"/>
          <xsd:enumeration value="Zip"/>
          <xsd:enumeration value="PDF"/>
        </xsd:restriction>
      </xsd:simpleType>
    </xsd:element>
    <xsd:element name="OriginalModifiedBy" ma:index="32" nillable="true" ma:displayName="Original Modified Date" ma:format="DateOnly" ma:internalName="OriginalModifiedBy">
      <xsd:simpleType>
        <xsd:restriction base="dms:DateTime"/>
      </xsd:simpleType>
    </xsd:element>
    <xsd:element name="OriginalModifiedBy0" ma:index="33" nillable="true" ma:displayName="Original Modified By" ma:format="Dropdown" ma:list="UserInfo" ma:SharePointGroup="0" ma:internalName="OriginalModifiedBy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OriginalPath" ma:index="34" nillable="true" ma:displayName="Original Path" ma:format="Dropdown" ma:internalName="OriginalPath">
      <xsd:simpleType>
        <xsd:restriction base="dms:Text">
          <xsd:maxLength value="255"/>
        </xsd:restriction>
      </xsd:simpleType>
    </xsd:element>
    <xsd:element name="OriginallyModifiedBy" ma:index="35" nillable="true" ma:displayName="Originally Modified By" ma:format="Dropdown" ma:internalName="OriginallyModifiedBy">
      <xsd:simpleType>
        <xsd:restriction base="dms:Text">
          <xsd:maxLength value="255"/>
        </xsd:restriction>
      </xsd:simpleType>
    </xsd:element>
    <xsd:element name="Headline" ma:index="36" nillable="true" ma:displayName="Headline" ma:format="Dropdown" ma:internalName="Headline">
      <xsd:simpleType>
        <xsd:restriction base="dms:Text">
          <xsd:maxLength value="255"/>
        </xsd:restriction>
      </xsd:simpleType>
    </xsd:element>
    <xsd:element name="Description" ma:index="37" nillable="true" ma:displayName="Description" ma:format="Dropdown" ma:internalName="Description">
      <xsd:simpleType>
        <xsd:restriction base="dms:Note">
          <xsd:maxLength value="255"/>
        </xsd:restriction>
      </xsd:simpleType>
    </xsd:element>
    <xsd:element name="Header" ma:index="38" nillable="true" ma:displayName="Header" ma:format="Dropdown" ma:internalName="Header">
      <xsd:simpleType>
        <xsd:restriction base="dms:Text">
          <xsd:maxLength value="255"/>
        </xsd:restriction>
      </xsd:simpleType>
    </xsd:element>
    <xsd:element name="GATiming" ma:index="39" nillable="true" ma:displayName="Footer: GA Timing" ma:format="Dropdown" ma:internalName="GATiming">
      <xsd:simpleType>
        <xsd:restriction base="dms:Text">
          <xsd:maxLength value="255"/>
        </xsd:restriction>
      </xsd:simpleType>
    </xsd:element>
    <xsd:element name="DeckRelease" ma:index="40" nillable="true" ma:displayName="Deck Release" ma:format="Dropdown" ma:internalName="DeckRelease">
      <xsd:simpleType>
        <xsd:restriction base="dms:Text">
          <xsd:maxLength value="255"/>
        </xsd:restriction>
      </xsd:simpleType>
    </xsd:element>
    <xsd:element name="LinktoDeck" ma:index="41" nillable="true" ma:displayName="Link to Deck" ma:format="Hyperlink" ma:internalName="LinktoDec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PublicRMLink" ma:index="42" nillable="true" ma:displayName="Public RM Link" ma:format="Hyperlink" ma:internalName="PublicRM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Figmalink" ma:index="43" nillable="true" ma:displayName="Figma link" ma:format="Hyperlink" ma:internalName="Figma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peclink" ma:index="44" nillable="true" ma:displayName="Spec link" ma:format="Hyperlink" ma:internalName="Spec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PM" ma:index="45" nillable="true" ma:displayName="PM" ma:format="Dropdown" ma:internalName="PM">
      <xsd:simpleType>
        <xsd:restriction base="dms:Text">
          <xsd:maxLength value="255"/>
        </xsd:restriction>
      </xsd:simpleType>
    </xsd:element>
    <xsd:element name="Summary" ma:index="46" nillable="true" ma:displayName="Summary" ma:internalName="Summary">
      <xsd:simpleType>
        <xsd:restriction base="dms:Text"/>
      </xsd:simpleType>
    </xsd:element>
    <xsd:element name="Marketing_x0020_Moment" ma:index="51" nillable="true" ma:displayName="Marketing Moment" ma:internalName="Marketing_x0020_Moment">
      <xsd:simpleType>
        <xsd:restriction base="dms:Text"/>
      </xsd:simpleType>
    </xsd:element>
    <xsd:element name="Document_x0020_type" ma:index="52" nillable="true" ma:displayName="Document type" ma:internalName="Document_x0020_type">
      <xsd:simpleType>
        <xsd:restriction base="dms:Text"/>
      </xsd:simpleType>
    </xsd:element>
    <xsd:element name="Petereview" ma:index="53" nillable="true" ma:displayName="Pete review" ma:default="Not started" ma:format="Dropdown" ma:internalName="Petereview">
      <xsd:simpleType>
        <xsd:restriction base="dms:Choice">
          <xsd:enumeration value="Approved"/>
          <xsd:enumeration value="Review complete, waiting for edits"/>
          <xsd:enumeration value="Not started"/>
        </xsd:restriction>
      </xsd:simpleType>
    </xsd:element>
    <xsd:element name="John_x0020_Reviewed" ma:index="54" nillable="true" ma:displayName="John Reviewed" ma:internalName="John_x0020_Reviewed">
      <xsd:simpleType>
        <xsd:restriction base="dms:Boolean"/>
      </xsd:simpleType>
    </xsd:element>
    <xsd:element name="Product" ma:index="55" nillable="true" ma:displayName="Product" ma:internalName="Product">
      <xsd:simpleType>
        <xsd:restriction base="dms:Text"/>
      </xsd:simpleType>
    </xsd:element>
    <xsd:element name="Reviewcomplete" ma:index="56" nillable="true" ma:displayName="Review complete" ma:format="Dropdown" ma:internalName="Reviewcomplete">
      <xsd:simpleType>
        <xsd:restriction base="dms:Choice">
          <xsd:enumeration value="Approved"/>
          <xsd:enumeration value="Approved, with comments"/>
          <xsd:enumeration value="Not reviewed"/>
        </xsd:restriction>
      </xsd:simpleType>
    </xsd:element>
    <xsd:element name="Product_x0020_name" ma:index="57" nillable="true" ma:displayName="Product name" ma:internalName="Product_x0020_name">
      <xsd:simpleType>
        <xsd:restriction base="dms:Text"/>
      </xsd:simpleType>
    </xsd:element>
    <xsd:element name="Customer" ma:index="58" nillable="true" ma:displayName="Customer" ma:internalName="Customer">
      <xsd:simpleType>
        <xsd:restriction base="dms:Text"/>
      </xsd:simpleType>
    </xsd:element>
    <xsd:element name="Feedback_x0020_summary" ma:index="59" nillable="true" ma:displayName="Feedback summary" ma:internalName="Feedback_x0020_summary">
      <xsd:simpleType>
        <xsd:restriction base="dms:Text"/>
      </xsd:simpleType>
    </xsd:element>
    <xsd:element name="Feedback_x0020_Date" ma:index="60" nillable="true" ma:displayName="Feedback Date" ma:internalName="Feedback_x0020_Date">
      <xsd:simpleType>
        <xsd:restriction base="dms:DateTime"/>
      </xsd:simpleType>
    </xsd:element>
    <xsd:element name="product_x0020_name0" ma:index="61" nillable="true" ma:displayName="product name" ma:internalName="product_x0020_name0">
      <xsd:simpleType>
        <xsd:restriction base="dms:Text"/>
      </xsd:simpleType>
    </xsd:element>
    <xsd:element name="summary_x0020_of_x0020_feedback" ma:index="62" nillable="true" ma:displayName="summary of feedback" ma:internalName="summary_x0020_of_x0020_feedback">
      <xsd:simpleType>
        <xsd:restriction base="dms:Text"/>
      </xsd:simpleType>
    </xsd:element>
    <xsd:element name="Dateoffeedback" ma:index="63" nillable="true" ma:displayName="Date of feedback" ma:format="DateOnly" ma:internalName="Dateoffeedback">
      <xsd:simpleType>
        <xsd:restriction base="dms:DateTime"/>
      </xsd:simpleType>
    </xsd:element>
    <xsd:element name="Customername" ma:index="64" nillable="true" ma:displayName="Customer name" ma:format="Dropdown" ma:internalName="Customername">
      <xsd:simpleType>
        <xsd:restriction base="dms:Text">
          <xsd:maxLength value="255"/>
        </xsd:restriction>
      </xsd:simpleType>
    </xsd:element>
    <xsd:element name="Availability" ma:index="65" nillable="true" ma:displayName="Availability" ma:format="Dropdown" ma:internalName="Availability">
      <xsd:simpleType>
        <xsd:restriction base="dms:Text">
          <xsd:maxLength value="255"/>
        </xsd:restriction>
      </xsd:simpleType>
    </xsd:element>
    <xsd:element name="Materialtype" ma:index="66" nillable="true" ma:displayName="Material type" ma:format="Dropdown" ma:internalName="Materialtype">
      <xsd:simpleType>
        <xsd:restriction base="dms:Text">
          <xsd:maxLength value="255"/>
        </xsd:restriction>
      </xsd:simpleType>
    </xsd:element>
    <xsd:element name="Location_x0028_state_x0029_" ma:index="67" nillable="true" ma:displayName="Location (state)" ma:format="Dropdown" ma:internalName="Location_x0028_state_x0029_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e27d6-ed64-4365-b454-c85f97c82a0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342c642-5180-45c4-9a57-3be5c607a76f}" ma:internalName="TaxCatchAll" ma:showField="CatchAllData" ma:web="d0de27d6-ed64-4365-b454-c85f97c82a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47" nillable="true" ma:displayName="Processing status" ma:internalName="PrimeClassificationStatus">
      <xsd:simpleType>
        <xsd:restriction base="dms:Text"/>
      </xsd:simpleType>
    </xsd:element>
    <xsd:element name="PrimeClassificationStatusDetails" ma:index="48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49" nillable="true" ma:displayName="Processed" ma:internalName="PrimeLastClassified">
      <xsd:simpleType>
        <xsd:restriction base="dms:DateTime"/>
      </xsd:simpleType>
    </xsd:element>
    <xsd:element name="PrimeCorrectedByUser" ma:index="50" nillable="true" ma:displayName="Corrected" ma:internalName="PrimeCorrectedByUse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db648-71e5-403d-bff8-dc10f4ef4f87">
      <Terms xmlns="http://schemas.microsoft.com/office/infopath/2007/PartnerControls"/>
    </lcf76f155ced4ddcb4097134ff3c332f>
    <TaxCatchAll xmlns="d0de27d6-ed64-4365-b454-c85f97c82a09" xsi:nil="true"/>
    <_ip_UnifiedCompliancePolicyUIAction xmlns="http://schemas.microsoft.com/sharepoint/v3" xsi:nil="true"/>
    <FolderDescription xmlns="5e2db648-71e5-403d-bff8-dc10f4ef4f87" xsi:nil="true"/>
    <_ip_UnifiedCompliancePolicyProperties xmlns="http://schemas.microsoft.com/sharepoint/v3" xsi:nil="true"/>
    <FolderOwner xmlns="5e2db648-71e5-403d-bff8-dc10f4ef4f87" xsi:nil="true"/>
    <Comments xmlns="5e2db648-71e5-403d-bff8-dc10f4ef4f87" xsi:nil="true"/>
    <OriginalModifiedBy0 xmlns="5e2db648-71e5-403d-bff8-dc10f4ef4f87">
      <UserInfo>
        <DisplayName/>
        <AccountId xsi:nil="true"/>
        <AccountType/>
      </UserInfo>
    </OriginalModifiedBy0>
    <FileCategory xmlns="5e2db648-71e5-403d-bff8-dc10f4ef4f87" xsi:nil="true"/>
    <OriginalModifiedBy xmlns="5e2db648-71e5-403d-bff8-dc10f4ef4f87" xsi:nil="true"/>
    <OriginalPath xmlns="5e2db648-71e5-403d-bff8-dc10f4ef4f87" xsi:nil="true"/>
    <GATiming xmlns="5e2db648-71e5-403d-bff8-dc10f4ef4f87" xsi:nil="true"/>
    <PM xmlns="5e2db648-71e5-403d-bff8-dc10f4ef4f87" xsi:nil="true"/>
    <PublicRMLink xmlns="5e2db648-71e5-403d-bff8-dc10f4ef4f87">
      <Url xsi:nil="true"/>
      <Description xsi:nil="true"/>
    </PublicRMLink>
    <LinktoDeck xmlns="5e2db648-71e5-403d-bff8-dc10f4ef4f87">
      <Url xsi:nil="true"/>
      <Description xsi:nil="true"/>
    </LinktoDeck>
    <Speclink xmlns="5e2db648-71e5-403d-bff8-dc10f4ef4f87">
      <Url xsi:nil="true"/>
      <Description xsi:nil="true"/>
    </Speclink>
    <Figmalink xmlns="5e2db648-71e5-403d-bff8-dc10f4ef4f87">
      <Url xsi:nil="true"/>
      <Description xsi:nil="true"/>
    </Figmalink>
    <Headline xmlns="5e2db648-71e5-403d-bff8-dc10f4ef4f87" xsi:nil="true"/>
    <OriginallyModifiedBy xmlns="5e2db648-71e5-403d-bff8-dc10f4ef4f87" xsi:nil="true"/>
    <Header xmlns="5e2db648-71e5-403d-bff8-dc10f4ef4f87" xsi:nil="true"/>
    <Description xmlns="5e2db648-71e5-403d-bff8-dc10f4ef4f87" xsi:nil="true"/>
    <DeckRelease xmlns="5e2db648-71e5-403d-bff8-dc10f4ef4f87" xsi:nil="true"/>
    <John_x0020_Reviewed xmlns="5e2db648-71e5-403d-bff8-dc10f4ef4f87">false</John_x0020_Reviewed>
    <Marketing_x0020_Moment xmlns="5e2db648-71e5-403d-bff8-dc10f4ef4f87">9/18 Mini-Beat</Marketing_x0020_Moment>
    <PrimeClassificationStatusDetails xmlns="d0de27d6-ed64-4365-b454-c85f97c82a09" xsi:nil="true"/>
    <PrimeLastClassified xmlns="d0de27d6-ed64-4365-b454-c85f97c82a09" xsi:nil="true"/>
    <PrimeCorrectedByUser xmlns="d0de27d6-ed64-4365-b454-c85f97c82a09" xsi:nil="true"/>
    <Petereview xmlns="5e2db648-71e5-403d-bff8-dc10f4ef4f87">Not started</Petereview>
    <PrimeClassificationStatus xmlns="d0de27d6-ed64-4365-b454-c85f97c82a09" xsi:nil="true"/>
    <Document_x0020_type xmlns="5e2db648-71e5-403d-bff8-dc10f4ef4f87">Messaging</Document_x0020_type>
    <Reviewcomplete xmlns="5e2db648-71e5-403d-bff8-dc10f4ef4f87" xsi:nil="true"/>
    <Summary xmlns="5e2db648-71e5-403d-bff8-dc10f4ef4f87">This presentation provides a comprehensive overview of ZAVA, a global leader in smart textile innovation. It covers the company's mission, R&amp;D strategy, competitive landscape, scalability challenges, sustainability practices, key milestones, partnerships,</Summary>
    <Product xmlns="5e2db648-71e5-403d-bff8-dc10f4ef4f87">Smart Textiles (ZAVA)</Product>
    <Product_x0020_name xmlns="5e2db648-71e5-403d-bff8-dc10f4ef4f87">ZAVA smart textiles</Product_x0020_name>
    <Feedback_x0020_summary xmlns="5e2db648-71e5-403d-bff8-dc10f4ef4f87">Not found</Feedback_x0020_summary>
    <Customer xmlns="5e2db648-71e5-403d-bff8-dc10f4ef4f87">Not found</Customer>
    <Feedback_x0020_Date xmlns="5e2db648-71e5-403d-bff8-dc10f4ef4f87">2025-11-05T04:14:30+00:00</Feedback_x0020_Date>
    <Dateoffeedback xmlns="5e2db648-71e5-403d-bff8-dc10f4ef4f87" xsi:nil="true"/>
    <product_x0020_name0 xmlns="5e2db648-71e5-403d-bff8-dc10f4ef4f87">ZAVA smart textiles</product_x0020_name0>
    <Customername xmlns="5e2db648-71e5-403d-bff8-dc10f4ef4f87" xsi:nil="true"/>
    <summary_x0020_of_x0020_feedback xmlns="5e2db648-71e5-403d-bff8-dc10f4ef4f87">Not found</summary_x0020_of_x0020_feedback>
    <Materialtype xmlns="5e2db648-71e5-403d-bff8-dc10f4ef4f87" xsi:nil="true"/>
    <Location_x0028_state_x0029_ xmlns="5e2db648-71e5-403d-bff8-dc10f4ef4f87" xsi:nil="true"/>
    <Availability xmlns="5e2db648-71e5-403d-bff8-dc10f4ef4f87" xsi:nil="true"/>
  </documentManagement>
</p:properties>
</file>

<file path=customXml/itemProps1.xml><?xml version="1.0" encoding="utf-8"?>
<ds:datastoreItem xmlns:ds="http://schemas.openxmlformats.org/officeDocument/2006/customXml" ds:itemID="{CC63F0E5-9C1B-433E-8338-DD8B2C6F6303}">
  <ds:schemaRefs>
    <ds:schemaRef ds:uri="5e2db648-71e5-403d-bff8-dc10f4ef4f87"/>
    <ds:schemaRef ds:uri="d0de27d6-ed64-4365-b454-c85f97c82a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2D4B99E-2C9A-4C3A-B339-65689E5D2C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4249BA-218A-4F5D-B68C-0FC7CBE7FA05}">
  <ds:schemaRefs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5e2db648-71e5-403d-bff8-dc10f4ef4f87"/>
    <ds:schemaRef ds:uri="http://schemas.openxmlformats.org/package/2006/metadata/core-properties"/>
    <ds:schemaRef ds:uri="d0de27d6-ed64-4365-b454-c85f97c82a09"/>
    <ds:schemaRef ds:uri="http://schemas.microsoft.com/sharepoint/v3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1669</Words>
  <Application>Microsoft Office PowerPoint</Application>
  <PresentationFormat>Widescreen</PresentationFormat>
  <Paragraphs>294</Paragraphs>
  <Slides>25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Style + Substance: </vt:lpstr>
      <vt:lpstr>Agenda</vt:lpstr>
      <vt:lpstr>Company Overview</vt:lpstr>
      <vt:lpstr>Company description</vt:lpstr>
      <vt:lpstr>PowerPoint Presentation</vt:lpstr>
      <vt:lpstr>R&amp;D Strategy</vt:lpstr>
      <vt:lpstr>R&amp;D as the business strategy</vt:lpstr>
      <vt:lpstr>Competitive Landscape</vt:lpstr>
      <vt:lpstr>Current competitive landscape</vt:lpstr>
      <vt:lpstr>Competitor analysis table</vt:lpstr>
      <vt:lpstr>Raw Material Availability</vt:lpstr>
      <vt:lpstr>Manufacturing Capacity Constraints</vt:lpstr>
      <vt:lpstr>Sourcing</vt:lpstr>
      <vt:lpstr>Labor</vt:lpstr>
      <vt:lpstr>2007 / Tokyo – The Spark</vt:lpstr>
      <vt:lpstr>2010 / Tokyo – First Funding, First Fabric</vt:lpstr>
      <vt:lpstr>2015 / Seattle – Scaling Up</vt:lpstr>
      <vt:lpstr>Stars Love Zava</vt:lpstr>
      <vt:lpstr>Managing Load: Adult Athletes Limited Recovery</vt:lpstr>
      <vt:lpstr>10-Year Strategic Resource Allocation &amp; Growth Goals</vt:lpstr>
      <vt:lpstr>Resource  structure</vt:lpstr>
      <vt:lpstr>Fabric portfolio mix</vt:lpstr>
      <vt:lpstr>Fabric SALES</vt:lpstr>
      <vt:lpstr>Quarterly Production Load Index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Mihov</dc:creator>
  <cp:lastModifiedBy>Chirag Kansal</cp:lastModifiedBy>
  <cp:revision>3</cp:revision>
  <dcterms:created xsi:type="dcterms:W3CDTF">2025-04-17T14:33:33Z</dcterms:created>
  <dcterms:modified xsi:type="dcterms:W3CDTF">2026-01-26T17:10:33Z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0x01010028D4A6A03340E24FAC1AE68380428E74</vt:lpwstr>
  </property>
  <property fmtid="{D5CDD505-2E9C-101B-9397-08002B2CF9AE}" pid="3" name="MediaServiceImageTags">
    <vt:lpwstr/>
  </property>
</Properties>
</file>