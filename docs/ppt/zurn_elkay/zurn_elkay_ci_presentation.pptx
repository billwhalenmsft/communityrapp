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00"/>
  </p:notesMasterIdLst>
  <p:handoutMasterIdLst>
    <p:handoutMasterId r:id="rId101"/>
  </p:handoutMasterIdLst>
  <p:sldIdLst>
    <p:sldId id="256" r:id="rId12"/>
    <p:sldId id="257" r:id="rId13"/>
    <p:sldId id="258" r:id="rId14"/>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4D70C25-0413-A24B-B22A-8EE89C82326F}">
          <p14:sldIdLst>
            <p14:sldId id="2076138278"/>
            <p14:sldId id="2076138423"/>
            <p14:sldId id="2076138424"/>
          </p14:sldIdLst>
        </p14:section>
        <p14:section name="Title Slides" id="{FB6EE416-AF16-AF40-804B-633D4962DAEE}">
          <p14:sldIdLst>
            <p14:sldId id="2076138262"/>
            <p14:sldId id="2076138457"/>
            <p14:sldId id="2076138456"/>
            <p14:sldId id="2076138454"/>
            <p14:sldId id="2076138453"/>
            <p14:sldId id="2076138275"/>
            <p14:sldId id="2076138451"/>
            <p14:sldId id="2076138459"/>
            <p14:sldId id="2076138385"/>
            <p14:sldId id="2076138452"/>
            <p14:sldId id="2076138450"/>
            <p14:sldId id="2076138449"/>
            <p14:sldId id="2076138448"/>
          </p14:sldIdLst>
        </p14:section>
        <p14:section name="Divider Slides" id="{2B2B9EE5-80B5-0947-8184-1ED7C2B03199}">
          <p14:sldIdLst>
            <p14:sldId id="2076138279"/>
            <p14:sldId id="2076138293"/>
            <p14:sldId id="2076138297"/>
            <p14:sldId id="2076138407"/>
            <p14:sldId id="2076138408"/>
            <p14:sldId id="2076138409"/>
            <p14:sldId id="2076138410"/>
            <p14:sldId id="2076138411"/>
            <p14:sldId id="2076138447"/>
            <p14:sldId id="2076138446"/>
            <p14:sldId id="2076138445"/>
            <p14:sldId id="2076138444"/>
            <p14:sldId id="2076138443"/>
            <p14:sldId id="2076138442"/>
            <p14:sldId id="2076138441"/>
            <p14:sldId id="2076138440"/>
            <p14:sldId id="2076138439"/>
            <p14:sldId id="2076138438"/>
            <p14:sldId id="2076138437"/>
            <p14:sldId id="2076138436"/>
            <p14:sldId id="2076138435"/>
            <p14:sldId id="2076138434"/>
            <p14:sldId id="2076138433"/>
            <p14:sldId id="2076138432"/>
            <p14:sldId id="2076138390"/>
            <p14:sldId id="2076138381"/>
          </p14:sldIdLst>
        </p14:section>
        <p14:section name="Agenda Slides" id="{055AFA19-D1E1-8A4D-B3CD-4F468CD7A2AE}">
          <p14:sldIdLst>
            <p14:sldId id="2076138431"/>
            <p14:sldId id="2076138430"/>
            <p14:sldId id="2076138299"/>
            <p14:sldId id="2076138298"/>
          </p14:sldIdLst>
        </p14:section>
        <p14:section name="Quote Slides" id="{8EE70886-F4DB-2F40-8FB8-37E5FE2E7F63}">
          <p14:sldIdLst>
            <p14:sldId id="2076138413"/>
            <p14:sldId id="2076138414"/>
            <p14:sldId id="2076138415"/>
          </p14:sldIdLst>
        </p14:section>
        <p14:section name="Project slide" id="{0E6C0102-0830-EE4B-863A-6D51F4F973A4}">
          <p14:sldIdLst>
            <p14:sldId id="2076138307"/>
          </p14:sldIdLst>
        </p14:section>
        <p14:section name="Timeline Slides" id="{C612CE83-33A7-4546-825B-9D3A615EC37E}">
          <p14:sldIdLst>
            <p14:sldId id="2076138347"/>
            <p14:sldId id="2076138349"/>
            <p14:sldId id="2076138354"/>
            <p14:sldId id="2076138351"/>
            <p14:sldId id="2076138327"/>
            <p14:sldId id="2076138333"/>
            <p14:sldId id="2076138329"/>
            <p14:sldId id="2076138331"/>
          </p14:sldIdLst>
        </p14:section>
        <p14:section name="Charts, Graphs, and Tables" id="{F28C5BC2-3741-EB40-97C4-2358C8EA86C4}">
          <p14:sldIdLst>
            <p14:sldId id="2076138328"/>
            <p14:sldId id="2076138357"/>
            <p14:sldId id="2076138358"/>
            <p14:sldId id="2076138334"/>
            <p14:sldId id="2076138346"/>
            <p14:sldId id="2076138345"/>
            <p14:sldId id="2076138355"/>
            <p14:sldId id="2076138363"/>
            <p14:sldId id="2076138375"/>
            <p14:sldId id="2076138377"/>
            <p14:sldId id="2076138380"/>
            <p14:sldId id="2076138394"/>
            <p14:sldId id="2076138412"/>
          </p14:sldIdLst>
        </p14:section>
        <p14:section name="Team Slides" id="{97C9990A-4872-1945-8603-E202CB6FDEC0}">
          <p14:sldIdLst>
            <p14:sldId id="2076138308"/>
            <p14:sldId id="2076138318"/>
            <p14:sldId id="2076138325"/>
            <p14:sldId id="2076138461"/>
          </p14:sldIdLst>
        </p14:section>
        <p14:section name="Resources" id="{EFDF35F9-E9F0-5745-AAB5-0D7314BAA3D1}">
          <p14:sldIdLst>
            <p14:sldId id="2076138462"/>
          </p14:sldIdLst>
        </p14:section>
        <p14:section name="Layouts" id="{8F59876D-C8D3-2D40-8540-E20264ECD2D1}">
          <p14:sldIdLst>
            <p14:sldId id="2076138429"/>
            <p14:sldId id="2076138359"/>
            <p14:sldId id="2076138339"/>
            <p14:sldId id="2076138341"/>
            <p14:sldId id="2076138343"/>
            <p14:sldId id="2076138463"/>
          </p14:sldIdLst>
        </p14:section>
        <p14:section name="More Photo Slides" id="{6EA33047-67DE-E544-B8BB-DED362DE3B9A}">
          <p14:sldIdLst>
            <p14:sldId id="2076138427"/>
            <p14:sldId id="2076138426"/>
            <p14:sldId id="2076138425"/>
            <p14:sldId id="2076138400"/>
            <p14:sldId id="2076138401"/>
            <p14:sldId id="2076138402"/>
          </p14:sldIdLst>
        </p14:section>
        <p14:section name="End Slides" id="{3416B164-ED24-6748-9066-0F67B8B820A2}">
          <p14:sldIdLst>
            <p14:sldId id="2076138464"/>
            <p14:sldId id="2076138365"/>
            <p14:sldId id="2076138366"/>
          </p14:sldIdLst>
        </p14:section>
        <p14:section name="Appendix" id="{E4FA3E3E-AC15-BE48-9542-7C82A78646F3}">
          <p14:sldIdLst>
            <p14:sldId id="2076138458"/>
            <p14:sldId id="2076138419"/>
            <p14:sldId id="2076138420"/>
            <p14:sldId id="2076138422"/>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6321" autoAdjust="0"/>
  </p:normalViewPr>
  <p:slideViewPr>
    <p:cSldViewPr snapToGrid="0">
      <p:cViewPr varScale="1">
        <p:scale>
          <a:sx n="145" d="100"/>
          <a:sy n="145" d="100"/>
        </p:scale>
        <p:origin x="3150" y="348"/>
      </p:cViewPr>
      <p:guideLst>
        <p:guide orient="horz" pos="640"/>
        <p:guide pos="3840"/>
      </p:guideLst>
    </p:cSldViewPr>
  </p:slideViewPr>
  <p:outlineViewPr>
    <p:cViewPr>
      <p:scale>
        <a:sx n="33" d="100"/>
        <a:sy n="33" d="100"/>
      </p:scale>
      <p:origin x="0" y="-44436"/>
    </p:cViewPr>
  </p:outlineViewPr>
  <p:notesTextViewPr>
    <p:cViewPr>
      <p:scale>
        <a:sx n="125" d="100"/>
        <a:sy n="125" d="100"/>
      </p:scale>
      <p:origin x="0" y="0"/>
    </p:cViewPr>
  </p:notesTextViewPr>
  <p:sorterViewPr>
    <p:cViewPr varScale="1">
      <p:scale>
        <a:sx n="1" d="1"/>
        <a:sy n="1" d="1"/>
      </p:scale>
      <p:origin x="0" y="-20925"/>
    </p:cViewPr>
  </p:sorterViewPr>
  <p:notesViewPr>
    <p:cSldViewPr snapToGrid="0" showGuides="1">
      <p:cViewPr varScale="1">
        <p:scale>
          <a:sx n="169" d="100"/>
          <a:sy n="169" d="100"/>
        </p:scale>
        <p:origin x="5232" y="1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00" Type="http://schemas.openxmlformats.org/officeDocument/2006/relationships/notesMaster" Target="notesMasters/notesMaster1.xml"/><Relationship Id="rId101" Type="http://schemas.openxmlformats.org/officeDocument/2006/relationships/handoutMaster" Target="handoutMasters/handoutMaster1.xml"/><Relationship Id="rId102" Type="http://schemas.openxmlformats.org/officeDocument/2006/relationships/commentAuthors" Target="commentAuthors.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1/26/2026 12:47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1/26/2026 12:47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3.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endParaRPr lang="en-US" dirty="0"/>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endParaRPr lang="en-US" dirty="0"/>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dirty="0"/>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dirty="0"/>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dirty="0"/>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dirty="0"/>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dirty="0"/>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dirty="0"/>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endParaRPr lang="en-US" dirty="0"/>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dirty="0"/>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dirty="0"/>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dirty="0"/>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dirty="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dirty="0">
              <a:solidFill>
                <a:schemeClr val="bg1"/>
              </a:solidFill>
              <a:latin typeface="Segoe UI" panose="020B0502040204020203" pitchFamily="34" charset="0"/>
              <a:cs typeface="Segoe UI" panose="020B0502040204020203" pitchFamily="34" charset="0"/>
            </a:endParaRPr>
          </a:p>
          <a:p>
            <a:pPr>
              <a:lnSpc>
                <a:spcPct val="100000"/>
              </a:lnSpc>
            </a:pPr>
            <a:r>
              <a:rPr lang="en-US" sz="1800" b="0" dirty="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Financial</a:t>
            </a:r>
          </a:p>
          <a:p>
            <a:pPr lvl="0"/>
            <a:r>
              <a:rPr lang="en-US" dirty="0"/>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Percentage</a:t>
            </a:r>
          </a:p>
          <a:p>
            <a:pPr lvl="0"/>
            <a:r>
              <a:rPr lang="en-US" dirty="0"/>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Additional</a:t>
            </a:r>
          </a:p>
          <a:p>
            <a:pPr lvl="0"/>
            <a:r>
              <a:rPr lang="en-US" dirty="0"/>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dirty="0"/>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endParaRPr lang="en-US" dirty="0"/>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endParaRPr lang="en-US" dirty="0"/>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endParaRPr lang="en-US" dirty="0"/>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dirty="0"/>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dirty="0"/>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dirty="0"/>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theme" Target="../theme/theme1.xml"/><Relationship Id="rId1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latin typeface="Segoe UI Semibold"/>
              </a:rPr>
              <a:t>Zurn Elkay CI System</a:t>
            </a:r>
          </a:p>
        </p:txBody>
      </p:sp>
      <p:sp>
        <p:nvSpPr>
          <p:cNvPr id="3" name="Text Placeholder 2"/>
          <p:cNvSpPr>
            <a:spLocks noGrp="1"/>
          </p:cNvSpPr>
          <p:nvPr>
            <p:ph type="body" idx="12" sz="quarter"/>
          </p:nvPr>
        </p:nvSpPr>
        <p:spPr/>
        <p:txBody>
          <a:bodyPr/>
          <a:lstStyle/>
          <a:p>
            <a:r>
              <a:rPr sz="2400">
                <a:latin typeface="Segoe UI"/>
              </a:rPr>
              <a:t>AI-Powered Competitive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latin typeface="Segoe UI Semibold"/>
              </a:rPr>
              <a:t>Solution Overview</a:t>
            </a:r>
          </a:p>
        </p:txBody>
      </p:sp>
      <p:sp>
        <p:nvSpPr>
          <p:cNvPr id="3" name="Text Placeholder 2"/>
          <p:cNvSpPr>
            <a:spLocks noGrp="1"/>
          </p:cNvSpPr>
          <p:nvPr>
            <p:ph type="body" idx="12"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latin typeface="Segoe UI Semibold"/>
              </a:rPr>
              <a:t>Key Features</a:t>
            </a:r>
          </a:p>
        </p:txBody>
      </p:sp>
      <p:sp>
        <p:nvSpPr>
          <p:cNvPr id="3" name="Content Placeholder 2"/>
          <p:cNvSpPr>
            <a:spLocks noGrp="1"/>
          </p:cNvSpPr>
          <p:nvPr>
            <p:ph idx="10" sz="quarter"/>
          </p:nvPr>
        </p:nvSpPr>
        <p:spPr/>
        <p:txBody>
          <a:bodyPr/>
          <a:lstStyle/>
          <a:p/>
        </p:txBody>
      </p:sp>
      <p:sp>
        <p:nvSpPr>
          <p:cNvPr id="4" name="TextBox 3"/>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Multi-agent orchestration</a:t>
            </a:r>
          </a:p>
          <a:p>
            <a:pPr>
              <a:spcAft>
                <a:spcPts val="1200"/>
              </a:spcAft>
              <a:defRPr sz="1800">
                <a:solidFill>
                  <a:srgbClr val="323130"/>
                </a:solidFill>
                <a:latin typeface="Segoe UI"/>
              </a:defRPr>
            </a:pPr>
            <a:r>
              <a:t>• Real-time market monitoring</a:t>
            </a:r>
          </a:p>
          <a:p>
            <a:pPr>
              <a:spcAft>
                <a:spcPts val="1200"/>
              </a:spcAft>
              <a:defRPr sz="1800">
                <a:solidFill>
                  <a:srgbClr val="323130"/>
                </a:solidFill>
                <a:latin typeface="Segoe UI"/>
              </a:defRPr>
            </a:pPr>
            <a:r>
              <a:t>• Automated insight generation</a:t>
            </a:r>
          </a:p>
          <a:p>
            <a:pPr>
              <a:spcAft>
                <a:spcPts val="1200"/>
              </a:spcAft>
              <a:defRPr sz="1800">
                <a:solidFill>
                  <a:srgbClr val="323130"/>
                </a:solidFill>
                <a:latin typeface="Segoe UI"/>
              </a:defRPr>
            </a:pPr>
            <a:r>
              <a:t>• Seamless CRM integration</a:t>
            </a:r>
          </a:p>
        </p:txBody>
      </p:sp>
    </p:spTree>
  </p:cSld>
  <p:clrMapOvr>
    <a:masterClrMapping/>
  </p:clrMapOvr>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Presentation10.pptx" id="{875A3683-6918-46C9-94C7-014AB10B4CFE}" vid="{F69C1093-1B65-4A00-A322-3FA63AC039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741d717-973a-4876-bbd8-8b1348132c55"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714CF6683E8041AFD1C5610185BCF7" ma:contentTypeVersion="10" ma:contentTypeDescription="Create a new document." ma:contentTypeScope="" ma:versionID="7104a475d326ed95f91e23864542b400">
  <xsd:schema xmlns:xsd="http://www.w3.org/2001/XMLSchema" xmlns:xs="http://www.w3.org/2001/XMLSchema" xmlns:p="http://schemas.microsoft.com/office/2006/metadata/properties" xmlns:ns1="http://schemas.microsoft.com/sharepoint/v3" xmlns:ns2="4724af67-6ca7-4004-8ba4-af13d9fc8dce" xmlns:ns3="7741d717-973a-4876-bbd8-8b1348132c55" targetNamespace="http://schemas.microsoft.com/office/2006/metadata/properties" ma:root="true" ma:fieldsID="a81e0fcb11375a0e94f931036aeffa0a" ns1:_="" ns2:_="" ns3:_="">
    <xsd:import namespace="http://schemas.microsoft.com/sharepoint/v3"/>
    <xsd:import namespace="4724af67-6ca7-4004-8ba4-af13d9fc8dce"/>
    <xsd:import namespace="7741d717-973a-4876-bbd8-8b1348132c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24af67-6ca7-4004-8ba4-af13d9fc8dc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41d717-973a-4876-bbd8-8b1348132c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B1131-15CA-429C-B875-56F79CD6C674}">
  <ds:schemaRefs>
    <ds:schemaRef ds:uri="http://schemas.microsoft.com/office/2006/metadata/properties"/>
    <ds:schemaRef ds:uri="http://schemas.microsoft.com/office/infopath/2007/PartnerControls"/>
    <ds:schemaRef ds:uri="7741d717-973a-4876-bbd8-8b1348132c55"/>
    <ds:schemaRef ds:uri="http://schemas.microsoft.com/sharepoint/v3"/>
  </ds:schemaRefs>
</ds:datastoreItem>
</file>

<file path=customXml/itemProps2.xml><?xml version="1.0" encoding="utf-8"?>
<ds:datastoreItem xmlns:ds="http://schemas.openxmlformats.org/officeDocument/2006/customXml" ds:itemID="{80773F8E-CD3C-401D-81D0-68F54DCC798C}">
  <ds:schemaRefs>
    <ds:schemaRef ds:uri="http://schemas.microsoft.com/sharepoint/v3/contenttype/forms"/>
  </ds:schemaRefs>
</ds:datastoreItem>
</file>

<file path=customXml/itemProps3.xml><?xml version="1.0" encoding="utf-8"?>
<ds:datastoreItem xmlns:ds="http://schemas.openxmlformats.org/officeDocument/2006/customXml" ds:itemID="{44A994E7-2F13-4F97-84BE-E1795C55C0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724af67-6ca7-4004-8ba4-af13d9fc8dce"/>
    <ds:schemaRef ds:uri="7741d717-973a-4876-bbd8-8b1348132c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PowerpointTemplateBlue</Template>
  <TotalTime>0</TotalTime>
  <Words>4044</Words>
  <Application>Microsoft Office PowerPoint</Application>
  <PresentationFormat>Widescreen</PresentationFormat>
  <Paragraphs>884</Paragraphs>
  <Slides>95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.Hiragino Kaku Gothic Interface W3</vt:lpstr>
      <vt:lpstr>Arial</vt:lpstr>
      <vt:lpstr>Calibri</vt:lpstr>
      <vt:lpstr>Consolas</vt:lpstr>
      <vt:lpstr>Segoe UI</vt:lpstr>
      <vt:lpstr>Segoe UI Semibold</vt:lpstr>
      <vt:lpstr>Wingdings</vt:lpstr>
      <vt:lpstr>White Template</vt:lpstr>
      <vt:lpstr>Welcome to the Microsoft presentation toolkit</vt:lpstr>
      <vt:lpstr>What’s inside</vt:lpstr>
      <vt:lpstr>Tips and tricks</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Section divider</vt:lpstr>
      <vt:lpstr>Section divider</vt:lpstr>
      <vt:lpstr>Title and/or description</vt:lpstr>
      <vt:lpstr>Section header</vt:lpstr>
      <vt:lpstr>Section header</vt:lpstr>
      <vt:lpstr>Section header</vt:lpstr>
      <vt:lpstr>Section header</vt:lpstr>
      <vt:lpstr>Section header</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Agenda</vt:lpstr>
      <vt:lpstr>Agenda</vt:lpstr>
      <vt:lpstr>Agenda</vt:lpstr>
      <vt:lpstr>Some agendas need more details to set the tone of the conversation</vt:lpstr>
      <vt:lpstr>“Insert quote text here. This layout accommodates longer quotes very well.”</vt:lpstr>
      <vt:lpstr>“Add quote text here”</vt:lpstr>
      <vt:lpstr>“Add quote text here”</vt:lpstr>
      <vt:lpstr>Project name</vt:lpstr>
      <vt:lpstr>Twelve-step timeline</vt:lpstr>
      <vt:lpstr>Twelve-month timeline</vt:lpstr>
      <vt:lpstr>Twelve-week timeline</vt:lpstr>
      <vt:lpstr>Twelve-week timeline</vt:lpstr>
      <vt:lpstr>Custom timeline</vt:lpstr>
      <vt:lpstr>Custom timeline</vt:lpstr>
      <vt:lpstr>Custom timeline</vt:lpstr>
      <vt:lpstr>Custom timeline</vt:lpstr>
      <vt:lpstr>Hierarchy</vt:lpstr>
      <vt:lpstr>3 step process slide</vt:lpstr>
      <vt:lpstr>6 step process slide</vt:lpstr>
      <vt:lpstr>Bar chart</vt:lpstr>
      <vt:lpstr>Chart with call out details</vt:lpstr>
      <vt:lpstr>Chart title</vt:lpstr>
      <vt:lpstr>Venn diagram</vt:lpstr>
      <vt:lpstr>Slide title</vt:lpstr>
      <vt:lpstr>Slide title</vt:lpstr>
      <vt:lpstr>Slide title</vt:lpstr>
      <vt:lpstr>Table title</vt:lpstr>
      <vt:lpstr>Table title</vt:lpstr>
      <vt:lpstr>Milestone slide</vt:lpstr>
      <vt:lpstr>Hello</vt:lpstr>
      <vt:lpstr>The Team</vt:lpstr>
      <vt:lpstr>Profile Slide</vt:lpstr>
      <vt:lpstr>Get in touch</vt:lpstr>
      <vt:lpstr>Resources</vt:lpstr>
      <vt:lpstr>Slide title</vt:lpstr>
      <vt:lpstr>Slide title</vt:lpstr>
      <vt:lpstr>Slide header</vt:lpstr>
      <vt:lpstr>Slide header</vt:lpstr>
      <vt:lpstr>Slide header</vt:lpstr>
      <vt:lpstr>Slide header</vt:lpstr>
      <vt:lpstr>Header</vt:lpstr>
      <vt:lpstr>Header</vt:lpstr>
      <vt:lpstr>Header</vt:lpstr>
      <vt:lpstr>Header</vt:lpstr>
      <vt:lpstr>Header</vt:lpstr>
      <vt:lpstr>Header</vt:lpstr>
      <vt:lpstr>Thank you</vt:lpstr>
      <vt:lpstr>Thank you</vt:lpstr>
      <vt:lpstr>Thank you</vt:lpstr>
      <vt:lpstr>Appendix</vt:lpstr>
      <vt:lpstr>Icons  Icons should be primarily used as a visual aid, as a way to break up large amounts of text and content, or as a visual cue of the content that follows. Get the full set of icons for presentations</vt:lpstr>
      <vt:lpstr>Get the full set of icons for presentations</vt:lpstr>
      <vt:lpstr>Presentation resources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Bill Whalen</dc:creator>
  <cp:keywords/>
  <dc:description/>
  <cp:lastModifiedBy>Bill Whalen</cp:lastModifiedBy>
  <cp:revision>1</cp:revision>
  <dcterms:created xsi:type="dcterms:W3CDTF">2026-01-26T18:47:15Z</dcterms:created>
  <dcterms:modified xsi:type="dcterms:W3CDTF">2026-01-26T18:47:47Z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0x01010013714CF6683E8041AFD1C5610185BCF7</vt:lpwstr>
  </property>
</Properties>
</file>